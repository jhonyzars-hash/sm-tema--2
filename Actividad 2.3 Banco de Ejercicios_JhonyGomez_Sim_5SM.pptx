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84" r:id="rId1"/>
  </p:sldMasterIdLst>
  <p:sldIdLst>
    <p:sldId id="269" r:id="rId2"/>
    <p:sldId id="257" r:id="rId3"/>
    <p:sldId id="275" r:id="rId4"/>
    <p:sldId id="260" r:id="rId5"/>
    <p:sldId id="278" r:id="rId6"/>
    <p:sldId id="280" r:id="rId7"/>
    <p:sldId id="281" r:id="rId8"/>
    <p:sldId id="282" r:id="rId9"/>
    <p:sldId id="283" r:id="rId10"/>
    <p:sldId id="284" r:id="rId11"/>
    <p:sldId id="285" r:id="rId12"/>
    <p:sldId id="267" r:id="rId13"/>
    <p:sldId id="276" r:id="rId14"/>
    <p:sldId id="27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8968B8-127F-456C-B8D0-B13371EB67DD}" v="9" dt="2026-10-05T17:33:58.7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71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hony Gomez" userId="5f1ac8455e56f045" providerId="LiveId" clId="{E84C667A-187F-4064-B7B0-4E60D3583703}"/>
    <pc:docChg chg="undo custSel addSld delSld modSld sldOrd">
      <pc:chgData name="Jhony Gomez" userId="5f1ac8455e56f045" providerId="LiveId" clId="{E84C667A-187F-4064-B7B0-4E60D3583703}" dt="2026-10-05T17:34:31.473" v="1672" actId="47"/>
      <pc:docMkLst>
        <pc:docMk/>
      </pc:docMkLst>
      <pc:sldChg chg="addSp delSp modSp mod">
        <pc:chgData name="Jhony Gomez" userId="5f1ac8455e56f045" providerId="LiveId" clId="{E84C667A-187F-4064-B7B0-4E60D3583703}" dt="2026-10-05T17:34:03.939" v="1668" actId="14100"/>
        <pc:sldMkLst>
          <pc:docMk/>
          <pc:sldMk cId="3796923850" sldId="257"/>
        </pc:sldMkLst>
        <pc:spChg chg="mod">
          <ac:chgData name="Jhony Gomez" userId="5f1ac8455e56f045" providerId="LiveId" clId="{E84C667A-187F-4064-B7B0-4E60D3583703}" dt="2026-10-05T17:34:03.939" v="1668" actId="14100"/>
          <ac:spMkLst>
            <pc:docMk/>
            <pc:sldMk cId="3796923850" sldId="257"/>
            <ac:spMk id="2" creationId="{41117401-7AAA-4B09-B70B-7A3CA6DC5BF7}"/>
          </ac:spMkLst>
        </pc:spChg>
        <pc:spChg chg="add mod">
          <ac:chgData name="Jhony Gomez" userId="5f1ac8455e56f045" providerId="LiveId" clId="{E84C667A-187F-4064-B7B0-4E60D3583703}" dt="2026-10-05T17:23:05.254" v="1647" actId="20577"/>
          <ac:spMkLst>
            <pc:docMk/>
            <pc:sldMk cId="3796923850" sldId="257"/>
            <ac:spMk id="5" creationId="{745111A6-BE16-3200-7ADB-593AC0C08FEF}"/>
          </ac:spMkLst>
        </pc:spChg>
      </pc:sldChg>
      <pc:sldChg chg="addSp delSp modSp mod">
        <pc:chgData name="Jhony Gomez" userId="5f1ac8455e56f045" providerId="LiveId" clId="{E84C667A-187F-4064-B7B0-4E60D3583703}" dt="2026-10-05T16:04:06.897" v="1549" actId="20577"/>
        <pc:sldMkLst>
          <pc:docMk/>
          <pc:sldMk cId="2537704845" sldId="260"/>
        </pc:sldMkLst>
        <pc:spChg chg="add mod">
          <ac:chgData name="Jhony Gomez" userId="5f1ac8455e56f045" providerId="LiveId" clId="{E84C667A-187F-4064-B7B0-4E60D3583703}" dt="2026-10-05T16:04:06.897" v="1549" actId="20577"/>
          <ac:spMkLst>
            <pc:docMk/>
            <pc:sldMk cId="2537704845" sldId="260"/>
            <ac:spMk id="6" creationId="{8A9BE94E-1ECD-6941-F298-D411E6B49AD4}"/>
          </ac:spMkLst>
        </pc:spChg>
        <pc:spChg chg="add del mod">
          <ac:chgData name="Jhony Gomez" userId="5f1ac8455e56f045" providerId="LiveId" clId="{E84C667A-187F-4064-B7B0-4E60D3583703}" dt="2026-10-05T16:03:18.178" v="1532" actId="20577"/>
          <ac:spMkLst>
            <pc:docMk/>
            <pc:sldMk cId="2537704845" sldId="260"/>
            <ac:spMk id="9" creationId="{480D72AF-1616-4663-BC22-54048850ED05}"/>
          </ac:spMkLst>
        </pc:spChg>
        <pc:picChg chg="mod">
          <ac:chgData name="Jhony Gomez" userId="5f1ac8455e56f045" providerId="LiveId" clId="{E84C667A-187F-4064-B7B0-4E60D3583703}" dt="2026-10-05T15:58:00.392" v="1522" actId="14826"/>
          <ac:picMkLst>
            <pc:docMk/>
            <pc:sldMk cId="2537704845" sldId="260"/>
            <ac:picMk id="8" creationId="{DEC2E1FE-E24B-400D-B39C-537C2CCED519}"/>
          </ac:picMkLst>
        </pc:picChg>
      </pc:sldChg>
      <pc:sldChg chg="addSp delSp modSp mod">
        <pc:chgData name="Jhony Gomez" userId="5f1ac8455e56f045" providerId="LiveId" clId="{E84C667A-187F-4064-B7B0-4E60D3583703}" dt="2026-10-05T17:34:14.680" v="1670" actId="14100"/>
        <pc:sldMkLst>
          <pc:docMk/>
          <pc:sldMk cId="3123720289" sldId="267"/>
        </pc:sldMkLst>
        <pc:spChg chg="mod">
          <ac:chgData name="Jhony Gomez" userId="5f1ac8455e56f045" providerId="LiveId" clId="{E84C667A-187F-4064-B7B0-4E60D3583703}" dt="2026-10-05T17:34:14.680" v="1670" actId="14100"/>
          <ac:spMkLst>
            <pc:docMk/>
            <pc:sldMk cId="3123720289" sldId="267"/>
            <ac:spMk id="2" creationId="{251106DD-4A16-4656-8106-12D0CEEC66E5}"/>
          </ac:spMkLst>
        </pc:spChg>
        <pc:spChg chg="add mod">
          <ac:chgData name="Jhony Gomez" userId="5f1ac8455e56f045" providerId="LiveId" clId="{E84C667A-187F-4064-B7B0-4E60D3583703}" dt="2026-10-05T17:25:14.042" v="1649"/>
          <ac:spMkLst>
            <pc:docMk/>
            <pc:sldMk cId="3123720289" sldId="267"/>
            <ac:spMk id="7" creationId="{B32A5E05-1FDE-B322-0863-21055419B1EE}"/>
          </ac:spMkLst>
        </pc:spChg>
      </pc:sldChg>
      <pc:sldChg chg="modSp mod">
        <pc:chgData name="Jhony Gomez" userId="5f1ac8455e56f045" providerId="LiveId" clId="{E84C667A-187F-4064-B7B0-4E60D3583703}" dt="2026-10-05T17:27:28.986" v="1666" actId="20577"/>
        <pc:sldMkLst>
          <pc:docMk/>
          <pc:sldMk cId="1200137787" sldId="269"/>
        </pc:sldMkLst>
        <pc:spChg chg="mod">
          <ac:chgData name="Jhony Gomez" userId="5f1ac8455e56f045" providerId="LiveId" clId="{E84C667A-187F-4064-B7B0-4E60D3583703}" dt="2026-10-05T17:27:28.986" v="1666" actId="20577"/>
          <ac:spMkLst>
            <pc:docMk/>
            <pc:sldMk cId="1200137787" sldId="269"/>
            <ac:spMk id="4" creationId="{ABAF0D08-5F75-4A88-A052-E8DE763EC799}"/>
          </ac:spMkLst>
        </pc:spChg>
      </pc:sldChg>
      <pc:sldChg chg="addSp delSp modSp mod">
        <pc:chgData name="Jhony Gomez" userId="5f1ac8455e56f045" providerId="LiveId" clId="{E84C667A-187F-4064-B7B0-4E60D3583703}" dt="2026-10-05T17:34:08.042" v="1669" actId="14100"/>
        <pc:sldMkLst>
          <pc:docMk/>
          <pc:sldMk cId="388262627" sldId="275"/>
        </pc:sldMkLst>
        <pc:spChg chg="mod">
          <ac:chgData name="Jhony Gomez" userId="5f1ac8455e56f045" providerId="LiveId" clId="{E84C667A-187F-4064-B7B0-4E60D3583703}" dt="2026-10-05T17:34:08.042" v="1669" actId="14100"/>
          <ac:spMkLst>
            <pc:docMk/>
            <pc:sldMk cId="388262627" sldId="275"/>
            <ac:spMk id="2" creationId="{BAC14BB9-4BBC-B7BF-F8EE-90DD9F1F8B85}"/>
          </ac:spMkLst>
        </pc:spChg>
        <pc:spChg chg="add mod">
          <ac:chgData name="Jhony Gomez" userId="5f1ac8455e56f045" providerId="LiveId" clId="{E84C667A-187F-4064-B7B0-4E60D3583703}" dt="2026-10-05T17:24:08.343" v="1648"/>
          <ac:spMkLst>
            <pc:docMk/>
            <pc:sldMk cId="388262627" sldId="275"/>
            <ac:spMk id="7" creationId="{A7700515-AA2F-B20A-8CEF-9CF4495DD6E2}"/>
          </ac:spMkLst>
        </pc:spChg>
      </pc:sldChg>
      <pc:sldChg chg="addSp delSp modSp mod">
        <pc:chgData name="Jhony Gomez" userId="5f1ac8455e56f045" providerId="LiveId" clId="{E84C667A-187F-4064-B7B0-4E60D3583703}" dt="2026-10-03T07:10:47.911" v="1518" actId="313"/>
        <pc:sldMkLst>
          <pc:docMk/>
          <pc:sldMk cId="68466766" sldId="276"/>
        </pc:sldMkLst>
        <pc:spChg chg="mod">
          <ac:chgData name="Jhony Gomez" userId="5f1ac8455e56f045" providerId="LiveId" clId="{E84C667A-187F-4064-B7B0-4E60D3583703}" dt="2026-10-03T07:10:47.911" v="1518" actId="313"/>
          <ac:spMkLst>
            <pc:docMk/>
            <pc:sldMk cId="68466766" sldId="276"/>
            <ac:spMk id="2" creationId="{E8E3BDA8-CF76-F24C-561C-C57560790E57}"/>
          </ac:spMkLst>
        </pc:spChg>
        <pc:spChg chg="add mod">
          <ac:chgData name="Jhony Gomez" userId="5f1ac8455e56f045" providerId="LiveId" clId="{E84C667A-187F-4064-B7B0-4E60D3583703}" dt="2026-10-02T22:03:54.357" v="959"/>
          <ac:spMkLst>
            <pc:docMk/>
            <pc:sldMk cId="68466766" sldId="276"/>
            <ac:spMk id="5" creationId="{915E2AD0-D9A4-31C8-2E91-C6B686D4C347}"/>
          </ac:spMkLst>
        </pc:spChg>
      </pc:sldChg>
      <pc:sldChg chg="addSp delSp modSp add del mod">
        <pc:chgData name="Jhony Gomez" userId="5f1ac8455e56f045" providerId="LiveId" clId="{E84C667A-187F-4064-B7B0-4E60D3583703}" dt="2026-10-05T17:34:31.473" v="1672" actId="47"/>
        <pc:sldMkLst>
          <pc:docMk/>
          <pc:sldMk cId="1997614909" sldId="277"/>
        </pc:sldMkLst>
        <pc:spChg chg="add mod">
          <ac:chgData name="Jhony Gomez" userId="5f1ac8455e56f045" providerId="LiveId" clId="{E84C667A-187F-4064-B7B0-4E60D3583703}" dt="2026-10-05T17:29:53.353" v="1667"/>
          <ac:spMkLst>
            <pc:docMk/>
            <pc:sldMk cId="1997614909" sldId="277"/>
            <ac:spMk id="4" creationId="{F4763A91-1FE9-9F17-8A1C-313036490912}"/>
          </ac:spMkLst>
        </pc:spChg>
      </pc:sldChg>
      <pc:sldChg chg="addSp delSp modSp add mod">
        <pc:chgData name="Jhony Gomez" userId="5f1ac8455e56f045" providerId="LiveId" clId="{E84C667A-187F-4064-B7B0-4E60D3583703}" dt="2026-10-05T16:03:52.198" v="1538" actId="1076"/>
        <pc:sldMkLst>
          <pc:docMk/>
          <pc:sldMk cId="67691997" sldId="278"/>
        </pc:sldMkLst>
        <pc:spChg chg="add mod">
          <ac:chgData name="Jhony Gomez" userId="5f1ac8455e56f045" providerId="LiveId" clId="{E84C667A-187F-4064-B7B0-4E60D3583703}" dt="2026-10-05T16:03:52.198" v="1538" actId="1076"/>
          <ac:spMkLst>
            <pc:docMk/>
            <pc:sldMk cId="67691997" sldId="278"/>
            <ac:spMk id="5" creationId="{2DE34A13-28F4-435E-618D-3B80FE82599A}"/>
          </ac:spMkLst>
        </pc:spChg>
        <pc:spChg chg="del mod">
          <ac:chgData name="Jhony Gomez" userId="5f1ac8455e56f045" providerId="LiveId" clId="{E84C667A-187F-4064-B7B0-4E60D3583703}" dt="2026-10-05T15:58:36.519" v="1527" actId="478"/>
          <ac:spMkLst>
            <pc:docMk/>
            <pc:sldMk cId="67691997" sldId="278"/>
            <ac:spMk id="9" creationId="{2CB7918C-9539-5D14-ED59-B63CA11E58F2}"/>
          </ac:spMkLst>
        </pc:spChg>
        <pc:picChg chg="add mod">
          <ac:chgData name="Jhony Gomez" userId="5f1ac8455e56f045" providerId="LiveId" clId="{E84C667A-187F-4064-B7B0-4E60D3583703}" dt="2026-10-05T16:03:47.959" v="1537" actId="1076"/>
          <ac:picMkLst>
            <pc:docMk/>
            <pc:sldMk cId="67691997" sldId="278"/>
            <ac:picMk id="3" creationId="{5312A8EC-6B68-C81A-1037-3809581BAAF9}"/>
          </ac:picMkLst>
        </pc:picChg>
        <pc:picChg chg="del mod">
          <ac:chgData name="Jhony Gomez" userId="5f1ac8455e56f045" providerId="LiveId" clId="{E84C667A-187F-4064-B7B0-4E60D3583703}" dt="2026-10-05T15:58:30.043" v="1524" actId="478"/>
          <ac:picMkLst>
            <pc:docMk/>
            <pc:sldMk cId="67691997" sldId="278"/>
            <ac:picMk id="4" creationId="{9D65E5E8-890B-2E54-3C23-71DD72A151A7}"/>
          </ac:picMkLst>
        </pc:picChg>
        <pc:picChg chg="del mod">
          <ac:chgData name="Jhony Gomez" userId="5f1ac8455e56f045" providerId="LiveId" clId="{E84C667A-187F-4064-B7B0-4E60D3583703}" dt="2026-10-05T15:58:06.480" v="1523" actId="478"/>
          <ac:picMkLst>
            <pc:docMk/>
            <pc:sldMk cId="67691997" sldId="278"/>
            <ac:picMk id="8" creationId="{CCB062B9-50F6-9C06-8D70-5747BC215C74}"/>
          </ac:picMkLst>
        </pc:picChg>
      </pc:sldChg>
      <pc:sldChg chg="addSp delSp modSp add mod">
        <pc:chgData name="Jhony Gomez" userId="5f1ac8455e56f045" providerId="LiveId" clId="{E84C667A-187F-4064-B7B0-4E60D3583703}" dt="2026-10-05T16:19:09.103" v="1591"/>
        <pc:sldMkLst>
          <pc:docMk/>
          <pc:sldMk cId="4205287880" sldId="280"/>
        </pc:sldMkLst>
        <pc:spChg chg="add mod">
          <ac:chgData name="Jhony Gomez" userId="5f1ac8455e56f045" providerId="LiveId" clId="{E84C667A-187F-4064-B7B0-4E60D3583703}" dt="2026-10-05T16:16:51.337" v="1570" actId="20577"/>
          <ac:spMkLst>
            <pc:docMk/>
            <pc:sldMk cId="4205287880" sldId="280"/>
            <ac:spMk id="3" creationId="{07B2D4CB-D01F-06F9-F206-9A487B9641D5}"/>
          </ac:spMkLst>
        </pc:spChg>
        <pc:spChg chg="mod">
          <ac:chgData name="Jhony Gomez" userId="5f1ac8455e56f045" providerId="LiveId" clId="{E84C667A-187F-4064-B7B0-4E60D3583703}" dt="2026-10-05T16:19:09.103" v="1591"/>
          <ac:spMkLst>
            <pc:docMk/>
            <pc:sldMk cId="4205287880" sldId="280"/>
            <ac:spMk id="9" creationId="{21D2C099-A3B4-8593-48F9-D1C85A03C804}"/>
          </ac:spMkLst>
        </pc:spChg>
        <pc:picChg chg="mod">
          <ac:chgData name="Jhony Gomez" userId="5f1ac8455e56f045" providerId="LiveId" clId="{E84C667A-187F-4064-B7B0-4E60D3583703}" dt="2026-10-05T16:16:28.932" v="1551" actId="1076"/>
          <ac:picMkLst>
            <pc:docMk/>
            <pc:sldMk cId="4205287880" sldId="280"/>
            <ac:picMk id="8" creationId="{7A5EEBB1-D09B-41D3-5116-97B5E66F82C2}"/>
          </ac:picMkLst>
        </pc:picChg>
      </pc:sldChg>
      <pc:sldChg chg="addSp delSp modSp add mod ord">
        <pc:chgData name="Jhony Gomez" userId="5f1ac8455e56f045" providerId="LiveId" clId="{E84C667A-187F-4064-B7B0-4E60D3583703}" dt="2026-10-05T16:19:47.812" v="1600"/>
        <pc:sldMkLst>
          <pc:docMk/>
          <pc:sldMk cId="959373400" sldId="281"/>
        </pc:sldMkLst>
        <pc:spChg chg="add del mod">
          <ac:chgData name="Jhony Gomez" userId="5f1ac8455e56f045" providerId="LiveId" clId="{E84C667A-187F-4064-B7B0-4E60D3583703}" dt="2026-10-05T16:19:35.451" v="1595" actId="478"/>
          <ac:spMkLst>
            <pc:docMk/>
            <pc:sldMk cId="959373400" sldId="281"/>
            <ac:spMk id="5" creationId="{D4BBE4C0-6F0E-1D7F-CD28-A5EDB800FBE1}"/>
          </ac:spMkLst>
        </pc:spChg>
        <pc:spChg chg="mod">
          <ac:chgData name="Jhony Gomez" userId="5f1ac8455e56f045" providerId="LiveId" clId="{E84C667A-187F-4064-B7B0-4E60D3583703}" dt="2026-10-05T16:19:44.282" v="1598" actId="20577"/>
          <ac:spMkLst>
            <pc:docMk/>
            <pc:sldMk cId="959373400" sldId="281"/>
            <ac:spMk id="9" creationId="{51B24BDB-B602-0CC6-A691-E9F4AFD4093D}"/>
          </ac:spMkLst>
        </pc:spChg>
        <pc:picChg chg="add del mod">
          <ac:chgData name="Jhony Gomez" userId="5f1ac8455e56f045" providerId="LiveId" clId="{E84C667A-187F-4064-B7B0-4E60D3583703}" dt="2026-10-05T16:17:21.392" v="1572" actId="478"/>
          <ac:picMkLst>
            <pc:docMk/>
            <pc:sldMk cId="959373400" sldId="281"/>
            <ac:picMk id="3" creationId="{68B93FD0-2E36-3121-FB87-4C028A984286}"/>
          </ac:picMkLst>
        </pc:picChg>
        <pc:picChg chg="add mod">
          <ac:chgData name="Jhony Gomez" userId="5f1ac8455e56f045" providerId="LiveId" clId="{E84C667A-187F-4064-B7B0-4E60D3583703}" dt="2026-10-05T16:17:28.393" v="1575" actId="14100"/>
          <ac:picMkLst>
            <pc:docMk/>
            <pc:sldMk cId="959373400" sldId="281"/>
            <ac:picMk id="4" creationId="{B3A07364-53AC-A005-31A2-2A838FEE4281}"/>
          </ac:picMkLst>
        </pc:picChg>
        <pc:picChg chg="add del mod">
          <ac:chgData name="Jhony Gomez" userId="5f1ac8455e56f045" providerId="LiveId" clId="{E84C667A-187F-4064-B7B0-4E60D3583703}" dt="2026-10-05T16:17:19.893" v="1571" actId="478"/>
          <ac:picMkLst>
            <pc:docMk/>
            <pc:sldMk cId="959373400" sldId="281"/>
            <ac:picMk id="7" creationId="{C01D01FC-858E-5AE9-6E53-63BB7CEA19FB}"/>
          </ac:picMkLst>
        </pc:picChg>
      </pc:sldChg>
      <pc:sldChg chg="addSp delSp modSp add del mod ord">
        <pc:chgData name="Jhony Gomez" userId="5f1ac8455e56f045" providerId="LiveId" clId="{E84C667A-187F-4064-B7B0-4E60D3583703}" dt="2026-10-05T16:17:50.154" v="1578" actId="47"/>
        <pc:sldMkLst>
          <pc:docMk/>
          <pc:sldMk cId="1856416694" sldId="282"/>
        </pc:sldMkLst>
      </pc:sldChg>
      <pc:sldChg chg="modSp add mod">
        <pc:chgData name="Jhony Gomez" userId="5f1ac8455e56f045" providerId="LiveId" clId="{E84C667A-187F-4064-B7B0-4E60D3583703}" dt="2026-10-05T16:29:57.190" v="1619" actId="20577"/>
        <pc:sldMkLst>
          <pc:docMk/>
          <pc:sldMk cId="3264724209" sldId="282"/>
        </pc:sldMkLst>
        <pc:spChg chg="mod">
          <ac:chgData name="Jhony Gomez" userId="5f1ac8455e56f045" providerId="LiveId" clId="{E84C667A-187F-4064-B7B0-4E60D3583703}" dt="2026-10-05T16:28:17.364" v="1611" actId="20577"/>
          <ac:spMkLst>
            <pc:docMk/>
            <pc:sldMk cId="3264724209" sldId="282"/>
            <ac:spMk id="3" creationId="{628A80A1-D72D-C07E-23E3-E58FF0A130B1}"/>
          </ac:spMkLst>
        </pc:spChg>
        <pc:spChg chg="mod">
          <ac:chgData name="Jhony Gomez" userId="5f1ac8455e56f045" providerId="LiveId" clId="{E84C667A-187F-4064-B7B0-4E60D3583703}" dt="2026-10-05T16:29:57.190" v="1619" actId="20577"/>
          <ac:spMkLst>
            <pc:docMk/>
            <pc:sldMk cId="3264724209" sldId="282"/>
            <ac:spMk id="9" creationId="{FE649250-A1FC-C2C8-B62B-0040C1EA2160}"/>
          </ac:spMkLst>
        </pc:spChg>
        <pc:picChg chg="mod">
          <ac:chgData name="Jhony Gomez" userId="5f1ac8455e56f045" providerId="LiveId" clId="{E84C667A-187F-4064-B7B0-4E60D3583703}" dt="2026-10-05T16:28:05.450" v="1603" actId="14100"/>
          <ac:picMkLst>
            <pc:docMk/>
            <pc:sldMk cId="3264724209" sldId="282"/>
            <ac:picMk id="8" creationId="{E6136C22-4592-DDDC-BA83-7CA31BB18CFF}"/>
          </ac:picMkLst>
        </pc:picChg>
      </pc:sldChg>
      <pc:sldChg chg="addSp delSp modSp add mod">
        <pc:chgData name="Jhony Gomez" userId="5f1ac8455e56f045" providerId="LiveId" clId="{E84C667A-187F-4064-B7B0-4E60D3583703}" dt="2026-10-05T16:30:26.092" v="1623" actId="20577"/>
        <pc:sldMkLst>
          <pc:docMk/>
          <pc:sldMk cId="2248938233" sldId="283"/>
        </pc:sldMkLst>
        <pc:spChg chg="mod">
          <ac:chgData name="Jhony Gomez" userId="5f1ac8455e56f045" providerId="LiveId" clId="{E84C667A-187F-4064-B7B0-4E60D3583703}" dt="2026-10-05T16:30:26.092" v="1623" actId="20577"/>
          <ac:spMkLst>
            <pc:docMk/>
            <pc:sldMk cId="2248938233" sldId="283"/>
            <ac:spMk id="5" creationId="{409A0BE0-C67B-170B-F057-3CCACE4D0752}"/>
          </ac:spMkLst>
        </pc:spChg>
        <pc:spChg chg="del">
          <ac:chgData name="Jhony Gomez" userId="5f1ac8455e56f045" providerId="LiveId" clId="{E84C667A-187F-4064-B7B0-4E60D3583703}" dt="2026-10-05T16:30:20.796" v="1621" actId="478"/>
          <ac:spMkLst>
            <pc:docMk/>
            <pc:sldMk cId="2248938233" sldId="283"/>
            <ac:spMk id="9" creationId="{16CE248D-D17F-745C-F07E-F3C302F44475}"/>
          </ac:spMkLst>
        </pc:spChg>
        <pc:picChg chg="add mod">
          <ac:chgData name="Jhony Gomez" userId="5f1ac8455e56f045" providerId="LiveId" clId="{E84C667A-187F-4064-B7B0-4E60D3583703}" dt="2026-10-05T16:28:50.784" v="1615" actId="14100"/>
          <ac:picMkLst>
            <pc:docMk/>
            <pc:sldMk cId="2248938233" sldId="283"/>
            <ac:picMk id="3" creationId="{EAE5824D-0BE9-9A37-BCBE-5841A9A9C372}"/>
          </ac:picMkLst>
        </pc:picChg>
        <pc:picChg chg="del">
          <ac:chgData name="Jhony Gomez" userId="5f1ac8455e56f045" providerId="LiveId" clId="{E84C667A-187F-4064-B7B0-4E60D3583703}" dt="2026-10-05T16:28:44.682" v="1612" actId="478"/>
          <ac:picMkLst>
            <pc:docMk/>
            <pc:sldMk cId="2248938233" sldId="283"/>
            <ac:picMk id="4" creationId="{95EA65DA-8B76-A346-DF1E-57788850BC64}"/>
          </ac:picMkLst>
        </pc:picChg>
      </pc:sldChg>
      <pc:sldChg chg="addSp delSp modSp add del mod">
        <pc:chgData name="Jhony Gomez" userId="5f1ac8455e56f045" providerId="LiveId" clId="{E84C667A-187F-4064-B7B0-4E60D3583703}" dt="2026-10-05T16:17:48.800" v="1577" actId="47"/>
        <pc:sldMkLst>
          <pc:docMk/>
          <pc:sldMk cId="3694816150" sldId="283"/>
        </pc:sldMkLst>
      </pc:sldChg>
      <pc:sldChg chg="modSp add mod">
        <pc:chgData name="Jhony Gomez" userId="5f1ac8455e56f045" providerId="LiveId" clId="{E84C667A-187F-4064-B7B0-4E60D3583703}" dt="2026-10-05T17:20:41.005" v="1637" actId="20577"/>
        <pc:sldMkLst>
          <pc:docMk/>
          <pc:sldMk cId="1419622848" sldId="284"/>
        </pc:sldMkLst>
        <pc:spChg chg="mod">
          <ac:chgData name="Jhony Gomez" userId="5f1ac8455e56f045" providerId="LiveId" clId="{E84C667A-187F-4064-B7B0-4E60D3583703}" dt="2026-10-05T17:20:41.005" v="1637" actId="20577"/>
          <ac:spMkLst>
            <pc:docMk/>
            <pc:sldMk cId="1419622848" sldId="284"/>
            <ac:spMk id="3" creationId="{7D0A8820-7C60-C81F-BF4A-26569E906BBE}"/>
          </ac:spMkLst>
        </pc:spChg>
        <pc:spChg chg="mod">
          <ac:chgData name="Jhony Gomez" userId="5f1ac8455e56f045" providerId="LiveId" clId="{E84C667A-187F-4064-B7B0-4E60D3583703}" dt="2026-10-05T17:20:31.266" v="1627"/>
          <ac:spMkLst>
            <pc:docMk/>
            <pc:sldMk cId="1419622848" sldId="284"/>
            <ac:spMk id="9" creationId="{6903B5DA-33C8-CEFA-2DA4-0C8BE03C52D0}"/>
          </ac:spMkLst>
        </pc:spChg>
        <pc:picChg chg="mod">
          <ac:chgData name="Jhony Gomez" userId="5f1ac8455e56f045" providerId="LiveId" clId="{E84C667A-187F-4064-B7B0-4E60D3583703}" dt="2026-10-05T17:16:55.231" v="1624" actId="14826"/>
          <ac:picMkLst>
            <pc:docMk/>
            <pc:sldMk cId="1419622848" sldId="284"/>
            <ac:picMk id="8" creationId="{1604EA8C-016F-3C16-F8AC-46271423C577}"/>
          </ac:picMkLst>
        </pc:picChg>
      </pc:sldChg>
      <pc:sldChg chg="addSp delSp modSp add del mod">
        <pc:chgData name="Jhony Gomez" userId="5f1ac8455e56f045" providerId="LiveId" clId="{E84C667A-187F-4064-B7B0-4E60D3583703}" dt="2026-10-05T16:17:46.033" v="1576" actId="47"/>
        <pc:sldMkLst>
          <pc:docMk/>
          <pc:sldMk cId="2627952032" sldId="284"/>
        </pc:sldMkLst>
      </pc:sldChg>
      <pc:sldChg chg="addSp delSp modSp add del mod">
        <pc:chgData name="Jhony Gomez" userId="5f1ac8455e56f045" providerId="LiveId" clId="{E84C667A-187F-4064-B7B0-4E60D3583703}" dt="2026-10-05T16:17:51.467" v="1579" actId="47"/>
        <pc:sldMkLst>
          <pc:docMk/>
          <pc:sldMk cId="708655052" sldId="285"/>
        </pc:sldMkLst>
      </pc:sldChg>
      <pc:sldChg chg="delSp modSp add mod">
        <pc:chgData name="Jhony Gomez" userId="5f1ac8455e56f045" providerId="LiveId" clId="{E84C667A-187F-4064-B7B0-4E60D3583703}" dt="2026-10-05T17:21:07.314" v="1640" actId="478"/>
        <pc:sldMkLst>
          <pc:docMk/>
          <pc:sldMk cId="2556977189" sldId="285"/>
        </pc:sldMkLst>
        <pc:spChg chg="mod">
          <ac:chgData name="Jhony Gomez" userId="5f1ac8455e56f045" providerId="LiveId" clId="{E84C667A-187F-4064-B7B0-4E60D3583703}" dt="2026-10-05T17:20:59.698" v="1638"/>
          <ac:spMkLst>
            <pc:docMk/>
            <pc:sldMk cId="2556977189" sldId="285"/>
            <ac:spMk id="5" creationId="{71E4B44B-2006-F0F8-D700-7CD33A2DA7D0}"/>
          </ac:spMkLst>
        </pc:spChg>
        <pc:spChg chg="del mod">
          <ac:chgData name="Jhony Gomez" userId="5f1ac8455e56f045" providerId="LiveId" clId="{E84C667A-187F-4064-B7B0-4E60D3583703}" dt="2026-10-05T17:21:07.314" v="1640" actId="478"/>
          <ac:spMkLst>
            <pc:docMk/>
            <pc:sldMk cId="2556977189" sldId="285"/>
            <ac:spMk id="9" creationId="{29615943-C2F1-556E-7174-6CD4B5BEDA75}"/>
          </ac:spMkLst>
        </pc:spChg>
        <pc:picChg chg="mod">
          <ac:chgData name="Jhony Gomez" userId="5f1ac8455e56f045" providerId="LiveId" clId="{E84C667A-187F-4064-B7B0-4E60D3583703}" dt="2026-10-05T17:17:30.313" v="1626" actId="14100"/>
          <ac:picMkLst>
            <pc:docMk/>
            <pc:sldMk cId="2556977189" sldId="285"/>
            <ac:picMk id="3" creationId="{2DA9CDC4-03D2-36A0-FAD6-6CAC5B596CA1}"/>
          </ac:picMkLst>
        </pc:picChg>
      </pc:sldChg>
      <pc:sldChg chg="modSp add del mod">
        <pc:chgData name="Jhony Gomez" userId="5f1ac8455e56f045" providerId="LiveId" clId="{E84C667A-187F-4064-B7B0-4E60D3583703}" dt="2026-10-05T16:18:12.268" v="1587" actId="47"/>
        <pc:sldMkLst>
          <pc:docMk/>
          <pc:sldMk cId="3803033943" sldId="286"/>
        </pc:sldMkLst>
      </pc:sldChg>
      <pc:sldChg chg="modSp add del mod">
        <pc:chgData name="Jhony Gomez" userId="5f1ac8455e56f045" providerId="LiveId" clId="{E84C667A-187F-4064-B7B0-4E60D3583703}" dt="2026-10-05T16:18:12.992" v="1588" actId="47"/>
        <pc:sldMkLst>
          <pc:docMk/>
          <pc:sldMk cId="134445518" sldId="287"/>
        </pc:sldMkLst>
      </pc:sldChg>
      <pc:sldChg chg="modSp add del mod ord">
        <pc:chgData name="Jhony Gomez" userId="5f1ac8455e56f045" providerId="LiveId" clId="{E84C667A-187F-4064-B7B0-4E60D3583703}" dt="2026-10-05T16:18:13.874" v="1589" actId="47"/>
        <pc:sldMkLst>
          <pc:docMk/>
          <pc:sldMk cId="1334762242" sldId="288"/>
        </pc:sldMkLst>
      </pc:sldChg>
      <pc:sldChg chg="addSp delSp modSp add del mod ord">
        <pc:chgData name="Jhony Gomez" userId="5f1ac8455e56f045" providerId="LiveId" clId="{E84C667A-187F-4064-B7B0-4E60D3583703}" dt="2026-10-05T16:18:05.769" v="1584" actId="47"/>
        <pc:sldMkLst>
          <pc:docMk/>
          <pc:sldMk cId="3686713744" sldId="289"/>
        </pc:sldMkLst>
      </pc:sldChg>
      <pc:sldChg chg="modSp add del mod ord">
        <pc:chgData name="Jhony Gomez" userId="5f1ac8455e56f045" providerId="LiveId" clId="{E84C667A-187F-4064-B7B0-4E60D3583703}" dt="2026-10-05T16:18:06.531" v="1585" actId="47"/>
        <pc:sldMkLst>
          <pc:docMk/>
          <pc:sldMk cId="1958732879" sldId="290"/>
        </pc:sldMkLst>
      </pc:sldChg>
      <pc:sldChg chg="addSp delSp modSp add del mod ord">
        <pc:chgData name="Jhony Gomez" userId="5f1ac8455e56f045" providerId="LiveId" clId="{E84C667A-187F-4064-B7B0-4E60D3583703}" dt="2026-10-05T16:18:07.526" v="1586" actId="47"/>
        <pc:sldMkLst>
          <pc:docMk/>
          <pc:sldMk cId="284864816" sldId="291"/>
        </pc:sldMkLst>
      </pc:sldChg>
      <pc:sldChg chg="modSp add del mod">
        <pc:chgData name="Jhony Gomez" userId="5f1ac8455e56f045" providerId="LiveId" clId="{E84C667A-187F-4064-B7B0-4E60D3583703}" dt="2026-10-05T16:18:03.612" v="1583" actId="47"/>
        <pc:sldMkLst>
          <pc:docMk/>
          <pc:sldMk cId="3379629805" sldId="292"/>
        </pc:sldMkLst>
      </pc:sldChg>
      <pc:sldChg chg="modSp add del mod">
        <pc:chgData name="Jhony Gomez" userId="5f1ac8455e56f045" providerId="LiveId" clId="{E84C667A-187F-4064-B7B0-4E60D3583703}" dt="2026-10-05T16:18:02.319" v="1582" actId="47"/>
        <pc:sldMkLst>
          <pc:docMk/>
          <pc:sldMk cId="1293155558" sldId="293"/>
        </pc:sldMkLst>
      </pc:sldChg>
      <pc:sldChg chg="modSp add del mod">
        <pc:chgData name="Jhony Gomez" userId="5f1ac8455e56f045" providerId="LiveId" clId="{E84C667A-187F-4064-B7B0-4E60D3583703}" dt="2026-10-05T16:18:01.216" v="1581" actId="47"/>
        <pc:sldMkLst>
          <pc:docMk/>
          <pc:sldMk cId="3231461754" sldId="294"/>
        </pc:sldMkLst>
      </pc:sldChg>
      <pc:sldChg chg="modSp add del mod">
        <pc:chgData name="Jhony Gomez" userId="5f1ac8455e56f045" providerId="LiveId" clId="{E84C667A-187F-4064-B7B0-4E60D3583703}" dt="2026-10-05T16:17:59.154" v="1580" actId="47"/>
        <pc:sldMkLst>
          <pc:docMk/>
          <pc:sldMk cId="3762118437" sldId="29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3402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5340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847" y="4676177"/>
            <a:ext cx="10835639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847" y="6065134"/>
            <a:ext cx="10835639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1999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7150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26878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729915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61778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438900"/>
            <a:ext cx="1714301" cy="419100"/>
          </a:xfrm>
        </p:spPr>
        <p:txBody>
          <a:bodyPr/>
          <a:lstStyle/>
          <a:p>
            <a:endParaRPr lang="es-MX"/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B9EC01AB-426A-4F80-8AF7-F60476348545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74335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secció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90244"/>
            <a:ext cx="10037064" cy="5159257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9EC01AB-426A-4F80-8AF7-F60476348545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96573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685800" indent="-4572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 marL="1257300" indent="-342900"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2959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88136"/>
            <a:ext cx="5749392" cy="15544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System Font Regular"/>
              <a:buChar char="-"/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0" y="6438900"/>
            <a:ext cx="3915404" cy="419100"/>
          </a:xfrm>
        </p:spPr>
        <p:txBody>
          <a:bodyPr/>
          <a:lstStyle/>
          <a:p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6344" y="6438900"/>
            <a:ext cx="1126120" cy="419100"/>
          </a:xfrm>
        </p:spPr>
        <p:txBody>
          <a:bodyPr/>
          <a:lstStyle/>
          <a:p>
            <a:fld id="{B9EC01AB-426A-4F80-8AF7-F60476348545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15200" y="0"/>
            <a:ext cx="48768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9532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923455" cy="40835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4612" y="1115290"/>
            <a:ext cx="5809713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4053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4532" y="1129145"/>
            <a:ext cx="779423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43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788" y="1111101"/>
            <a:ext cx="6339412" cy="1143000"/>
          </a:xfrm>
        </p:spPr>
        <p:txBody>
          <a:bodyPr anchor="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8578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5788" y="6438900"/>
            <a:ext cx="4774902" cy="419100"/>
          </a:xfrm>
        </p:spPr>
        <p:txBody>
          <a:bodyPr/>
          <a:lstStyle/>
          <a:p>
            <a:endParaRPr lang="es-MX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B9EC01AB-426A-4F80-8AF7-F60476348545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64182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991" y="1112104"/>
            <a:ext cx="7321615" cy="932688"/>
          </a:xfrm>
        </p:spPr>
        <p:txBody>
          <a:bodyPr anchor="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76075" y="2187258"/>
            <a:ext cx="7349126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6076" y="6438900"/>
            <a:ext cx="5784614" cy="419100"/>
          </a:xfrm>
        </p:spPr>
        <p:txBody>
          <a:bodyPr/>
          <a:lstStyle/>
          <a:p>
            <a:endParaRPr lang="es-MX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B9EC01AB-426A-4F80-8AF7-F60476348545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062145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94" y="1112104"/>
            <a:ext cx="7343564" cy="932688"/>
          </a:xfrm>
        </p:spPr>
        <p:txBody>
          <a:bodyPr anchor="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7343565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3394" y="6438900"/>
            <a:ext cx="5779054" cy="419100"/>
          </a:xfrm>
        </p:spPr>
        <p:txBody>
          <a:bodyPr/>
          <a:lstStyle/>
          <a:p>
            <a:endParaRPr lang="es-MX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62654" y="6438900"/>
            <a:ext cx="864704" cy="419100"/>
          </a:xfrm>
        </p:spPr>
        <p:txBody>
          <a:bodyPr/>
          <a:lstStyle/>
          <a:p>
            <a:fld id="{B9EC01AB-426A-4F80-8AF7-F60476348545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5522" y="6438900"/>
            <a:ext cx="601436" cy="419100"/>
          </a:xfrm>
        </p:spPr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65559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1834659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66" y="1115736"/>
            <a:ext cx="4738583" cy="128816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92" y="2552124"/>
            <a:ext cx="4738450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8066" y="6438900"/>
            <a:ext cx="3174065" cy="419100"/>
          </a:xfrm>
        </p:spPr>
        <p:txBody>
          <a:bodyPr/>
          <a:lstStyle/>
          <a:p>
            <a:endParaRPr lang="es-MX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352338" y="6438900"/>
            <a:ext cx="864704" cy="419100"/>
          </a:xfrm>
        </p:spPr>
        <p:txBody>
          <a:bodyPr/>
          <a:lstStyle/>
          <a:p>
            <a:fld id="{B9EC01AB-426A-4F80-8AF7-F60476348545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5206" y="6438900"/>
            <a:ext cx="601436" cy="419100"/>
          </a:xfrm>
        </p:spPr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9709656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8397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95" y="6438900"/>
            <a:ext cx="2249335" cy="419100"/>
          </a:xfrm>
        </p:spPr>
        <p:txBody>
          <a:bodyPr/>
          <a:lstStyle/>
          <a:p>
            <a:endParaRPr lang="es-MX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37937" y="6438900"/>
            <a:ext cx="864704" cy="419100"/>
          </a:xfrm>
        </p:spPr>
        <p:txBody>
          <a:bodyPr/>
          <a:lstStyle/>
          <a:p>
            <a:fld id="{B9EC01AB-426A-4F80-8AF7-F60476348545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0805" y="6438900"/>
            <a:ext cx="601436" cy="419100"/>
          </a:xfrm>
        </p:spPr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9223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4730528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894207" y="1112431"/>
            <a:ext cx="3230993" cy="1858941"/>
          </a:xfrm>
        </p:spPr>
        <p:txBody>
          <a:bodyPr anchor="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7481777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1280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4207" y="6438900"/>
            <a:ext cx="1666482" cy="419100"/>
          </a:xfrm>
        </p:spPr>
        <p:txBody>
          <a:bodyPr/>
          <a:lstStyle/>
          <a:p>
            <a:endParaRPr lang="es-MX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B9EC01AB-426A-4F80-8AF7-F60476348545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929819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324" y="3987802"/>
            <a:ext cx="3044954" cy="23097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5935" y="3987802"/>
            <a:ext cx="7460029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41150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486245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2286008"/>
            <a:ext cx="6096000" cy="4571992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1745" y="2286008"/>
            <a:ext cx="4876515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91744" y="6438900"/>
            <a:ext cx="2959151" cy="419100"/>
          </a:xfrm>
        </p:spPr>
        <p:txBody>
          <a:bodyPr/>
          <a:lstStyle/>
          <a:p>
            <a:endParaRPr lang="es-MX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59081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2200"/>
            <a:ext cx="3696859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81100" y="2840181"/>
            <a:ext cx="3606699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3673" y="1122201"/>
            <a:ext cx="6602291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13461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304" y="4757193"/>
            <a:ext cx="6477896" cy="1126554"/>
          </a:xfrm>
        </p:spPr>
        <p:txBody>
          <a:bodyPr anchor="b">
            <a:normAutofit/>
          </a:bodyPr>
          <a:lstStyle>
            <a:lvl1pPr algn="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" y="64008"/>
            <a:ext cx="12027408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3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9EC01AB-426A-4F80-8AF7-F60476348545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371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40466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10058400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0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250" y="63500"/>
            <a:ext cx="11977688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8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5919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16658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5329"/>
            <a:ext cx="9949455" cy="8388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71210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04100"/>
            <a:ext cx="9922764" cy="1294228"/>
          </a:xfrm>
        </p:spPr>
        <p:txBody>
          <a:bodyPr>
            <a:normAutofit/>
          </a:bodyPr>
          <a:lstStyle>
            <a:lvl1pPr>
              <a:defRPr sz="3600" cap="none" baseline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58541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743575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5"/>
            <a:ext cx="10627828" cy="2084551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4" y="3276600"/>
            <a:ext cx="10627829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9EC01AB-426A-4F80-8AF7-F60476348545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50253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7213" y="4246692"/>
            <a:ext cx="8430639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9EC01AB-426A-4F80-8AF7-F60476348545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51332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198294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C01AB-426A-4F80-8AF7-F60476348545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75029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119745"/>
            <a:ext cx="9922764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fld id="{B9EC01AB-426A-4F80-8AF7-F60476348545}" type="datetimeFigureOut">
              <a:rPr lang="es-MX" smtClean="0"/>
              <a:t>05/10/2026</a:t>
            </a:fld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8A7B75EB-644B-47D7-8E6F-2D11FADFA2B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67411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  <p:sldLayoutId id="2147483986" r:id="rId2"/>
    <p:sldLayoutId id="2147483987" r:id="rId3"/>
    <p:sldLayoutId id="2147483988" r:id="rId4"/>
    <p:sldLayoutId id="2147483989" r:id="rId5"/>
    <p:sldLayoutId id="2147483990" r:id="rId6"/>
    <p:sldLayoutId id="2147483991" r:id="rId7"/>
    <p:sldLayoutId id="2147483992" r:id="rId8"/>
    <p:sldLayoutId id="2147483993" r:id="rId9"/>
    <p:sldLayoutId id="2147483994" r:id="rId10"/>
    <p:sldLayoutId id="2147483995" r:id="rId11"/>
    <p:sldLayoutId id="2147483996" r:id="rId12"/>
    <p:sldLayoutId id="2147483997" r:id="rId13"/>
    <p:sldLayoutId id="2147483998" r:id="rId14"/>
    <p:sldLayoutId id="2147483999" r:id="rId15"/>
    <p:sldLayoutId id="2147484000" r:id="rId16"/>
    <p:sldLayoutId id="2147484001" r:id="rId17"/>
    <p:sldLayoutId id="2147484002" r:id="rId18"/>
    <p:sldLayoutId id="2147484003" r:id="rId19"/>
    <p:sldLayoutId id="2147484004" r:id="rId20"/>
    <p:sldLayoutId id="2147484005" r:id="rId21"/>
    <p:sldLayoutId id="2147484006" r:id="rId22"/>
    <p:sldLayoutId id="2147484007" r:id="rId23"/>
    <p:sldLayoutId id="2147484008" r:id="rId24"/>
    <p:sldLayoutId id="2147484009" r:id="rId25"/>
    <p:sldLayoutId id="2147484010" r:id="rId26"/>
    <p:sldLayoutId id="2147484011" r:id="rId27"/>
    <p:sldLayoutId id="2147484012" r:id="rId28"/>
    <p:sldLayoutId id="2147484013" r:id="rId29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6" pos="384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BAF0D08-5F75-4A88-A052-E8DE763EC799}"/>
              </a:ext>
            </a:extLst>
          </p:cNvPr>
          <p:cNvSpPr txBox="1"/>
          <p:nvPr/>
        </p:nvSpPr>
        <p:spPr>
          <a:xfrm>
            <a:off x="3209654" y="886632"/>
            <a:ext cx="7015905" cy="5770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TECNOLÓGICO NACIONAL DE MÉXICO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INSTITUTO TECNOLÓGICO DE FRONTERA COMALAPA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Alumno: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Jhony Benjamín Gómez Zacarías 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Docente: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Francisco Javier Mingo Velázquez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Materia: 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Simulación 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Carrera: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Ingeniería en sistemas 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Semestre: </a:t>
            </a: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05	</a:t>
            </a: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Numero de control: </a:t>
            </a: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241260006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Fecha:</a:t>
            </a: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kern="0" dirty="0"/>
              <a:t>a</a:t>
            </a:r>
            <a:r>
              <a:rPr kumimoji="0" lang="es-MX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gosto</a:t>
            </a: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2026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5" name="Imagen 1">
            <a:extLst>
              <a:ext uri="{FF2B5EF4-FFF2-40B4-BE49-F238E27FC236}">
                <a16:creationId xmlns:a16="http://schemas.microsoft.com/office/drawing/2014/main" id="{19C598F4-BA14-4C21-8CA1-1A2D25F89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8814" y="0"/>
            <a:ext cx="1768475" cy="886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FE2F390-DF95-402B-9B98-4F5C4DFB8A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076" b="33018"/>
          <a:stretch>
            <a:fillRect/>
          </a:stretch>
        </p:blipFill>
        <p:spPr bwMode="auto">
          <a:xfrm>
            <a:off x="5731770" y="40601"/>
            <a:ext cx="1971675" cy="7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4">
            <a:extLst>
              <a:ext uri="{FF2B5EF4-FFF2-40B4-BE49-F238E27FC236}">
                <a16:creationId xmlns:a16="http://schemas.microsoft.com/office/drawing/2014/main" id="{DBB73E5F-CC35-47FE-AA83-6271900BF8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7926" y="-66061"/>
            <a:ext cx="1422400" cy="846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1A57B25-B6D9-4502-A294-BC3B99EB4BA6}"/>
              </a:ext>
            </a:extLst>
          </p:cNvPr>
          <p:cNvPicPr/>
          <p:nvPr/>
        </p:nvPicPr>
        <p:blipFill rotWithShape="1">
          <a:blip r:embed="rId5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56" r="23395" b="34652"/>
          <a:stretch/>
        </p:blipFill>
        <p:spPr bwMode="auto">
          <a:xfrm>
            <a:off x="0" y="204787"/>
            <a:ext cx="2924175" cy="64484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200137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117401-7AAA-4B09-B70B-7A3CA6DC5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568" y="471646"/>
            <a:ext cx="3954203" cy="1400530"/>
          </a:xfrm>
        </p:spPr>
        <p:txBody>
          <a:bodyPr/>
          <a:lstStyle/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Introducción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45111A6-BE16-3200-7ADB-593AC0C08FEF}"/>
              </a:ext>
            </a:extLst>
          </p:cNvPr>
          <p:cNvSpPr txBox="1"/>
          <p:nvPr/>
        </p:nvSpPr>
        <p:spPr>
          <a:xfrm>
            <a:off x="1768206" y="1746488"/>
            <a:ext cx="8655587" cy="2534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este Banco de ejercicios se trabaja con tres lenguajes de programación (Java, Python y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RStudio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) para abordar la simulación de eventos aleatorios y el análisis estadístico de datos. El objetivo de este proyecto es implementar entornos interactivos que permitan simular los lanzamientos de dados y monedas, evaluando la imparcialidad de los resultados mediante la prueba de bondad de ajuste Chi-cuadrada</a:t>
            </a:r>
          </a:p>
        </p:txBody>
      </p:sp>
    </p:spTree>
    <p:extLst>
      <p:ext uri="{BB962C8B-B14F-4D97-AF65-F5344CB8AC3E}">
        <p14:creationId xmlns:p14="http://schemas.microsoft.com/office/powerpoint/2010/main" val="3796923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18231-C6F8-9273-9DB7-CCD46BD5A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C14BB9-4BBC-B7BF-F8EE-90DD9F1F8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0555" y="471646"/>
            <a:ext cx="3836216" cy="1400530"/>
          </a:xfrm>
        </p:spPr>
        <p:txBody>
          <a:bodyPr/>
          <a:lstStyle/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Justificación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7700515-AA2F-B20A-8CEF-9CF4495DD6E2}"/>
              </a:ext>
            </a:extLst>
          </p:cNvPr>
          <p:cNvSpPr txBox="1"/>
          <p:nvPr/>
        </p:nvSpPr>
        <p:spPr>
          <a:xfrm>
            <a:off x="1768206" y="1746488"/>
            <a:ext cx="8655587" cy="1703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Este proyecto se justifica por la necesidad de comparar la efectividad y flexibilidad de desarrollo entre distintas herramientas de software, utilizando sus capacidades para construir aplicaciones livianas que faciliten el análisis de hipótesis en tiempo real.</a:t>
            </a:r>
          </a:p>
        </p:txBody>
      </p:sp>
    </p:spTree>
    <p:extLst>
      <p:ext uri="{BB962C8B-B14F-4D97-AF65-F5344CB8AC3E}">
        <p14:creationId xmlns:p14="http://schemas.microsoft.com/office/powerpoint/2010/main" val="388262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DEC2E1FE-E24B-400D-B39C-537C2CCED5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23825" y="534523"/>
            <a:ext cx="5944347" cy="4368442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80D72AF-1616-4663-BC22-54048850ED05}"/>
              </a:ext>
            </a:extLst>
          </p:cNvPr>
          <p:cNvSpPr txBox="1"/>
          <p:nvPr/>
        </p:nvSpPr>
        <p:spPr>
          <a:xfrm>
            <a:off x="1768204" y="5022678"/>
            <a:ext cx="865558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este programa lo que se hizo es generar un código que nos permita simular el lanzamiento de un dado de 6 caras y comprobar si es uniforme utilizando la prueba de Chi-cuadrada. La clase Dado realiza los tiros aleatorios. El controlador captura la cantidad de lanzamientos ingresada por el usuario y actualiza tanto el reporte en consola como la gráfica de barras con los resultados.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A9BE94E-1ECD-6941-F298-D411E6B49AD4}"/>
              </a:ext>
            </a:extLst>
          </p:cNvPr>
          <p:cNvSpPr txBox="1"/>
          <p:nvPr/>
        </p:nvSpPr>
        <p:spPr>
          <a:xfrm>
            <a:off x="953729" y="7285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Ejercicio 1: Java</a:t>
            </a:r>
          </a:p>
        </p:txBody>
      </p:sp>
    </p:spTree>
    <p:extLst>
      <p:ext uri="{BB962C8B-B14F-4D97-AF65-F5344CB8AC3E}">
        <p14:creationId xmlns:p14="http://schemas.microsoft.com/office/powerpoint/2010/main" val="2537704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92B7A-F3EF-CF15-AE55-747EB4FE0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E34A13-28F4-435E-618D-3B80FE82599A}"/>
              </a:ext>
            </a:extLst>
          </p:cNvPr>
          <p:cNvSpPr txBox="1"/>
          <p:nvPr/>
        </p:nvSpPr>
        <p:spPr>
          <a:xfrm>
            <a:off x="2615380" y="5125431"/>
            <a:ext cx="80457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La interfaz al ejecutar el código nos permite realizar la simulación ingresando el número de lanzamientos deseados y presionando el botón "Lanzar Dado". En el panel izquierdo se despliega una consola con el desglose del análisis estadístico, el cálculo de Chi-cuadrada y el dictamen final sobre si el dado es justo o cargado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312A8EC-6B68-C81A-1037-3809581BA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8926" y="144202"/>
            <a:ext cx="7940728" cy="4839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91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CC626-5205-838E-2A0B-E960B8A32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7A5EEBB1-D09B-41D3-5116-97B5E66F82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3443" y="1353951"/>
            <a:ext cx="6650062" cy="4525737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21D2C099-A3B4-8593-48F9-D1C85A03C804}"/>
              </a:ext>
            </a:extLst>
          </p:cNvPr>
          <p:cNvSpPr txBox="1"/>
          <p:nvPr/>
        </p:nvSpPr>
        <p:spPr>
          <a:xfrm>
            <a:off x="7443019" y="2136338"/>
            <a:ext cx="456216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este programa lo que se hizo es generar un código que nos permita simular el lanzamiento de una moneda con las opciones de Águila y Sol para verificar su probabilidad de ocurrencia mediante la prueba de Chi-cuadrada.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7B2D4CB-D01F-06F9-F206-9A487B9641D5}"/>
              </a:ext>
            </a:extLst>
          </p:cNvPr>
          <p:cNvSpPr txBox="1"/>
          <p:nvPr/>
        </p:nvSpPr>
        <p:spPr>
          <a:xfrm>
            <a:off x="1533832" y="417873"/>
            <a:ext cx="456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Ejercicio 2  Moneda </a:t>
            </a:r>
          </a:p>
        </p:txBody>
      </p:sp>
    </p:spTree>
    <p:extLst>
      <p:ext uri="{BB962C8B-B14F-4D97-AF65-F5344CB8AC3E}">
        <p14:creationId xmlns:p14="http://schemas.microsoft.com/office/powerpoint/2010/main" val="4205287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20FD2-983B-294F-F824-2FC6F6E8F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51B24BDB-B602-0CC6-A691-E9F4AFD4093D}"/>
              </a:ext>
            </a:extLst>
          </p:cNvPr>
          <p:cNvSpPr txBox="1"/>
          <p:nvPr/>
        </p:nvSpPr>
        <p:spPr>
          <a:xfrm>
            <a:off x="7898852" y="2136338"/>
            <a:ext cx="392798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La interfaz al ejecutar el código nos permite realizar la simulación ingresando el número de lanzamientos deseados y presionando el botón "Lanzar Moneda". </a:t>
            </a:r>
          </a:p>
          <a:p>
            <a:pPr algn="just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el panel izquierdo se despliega una consola con el desglose del análisis estadístico, el conteo total para Águila y Sol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3A07364-53AC-A005-31A2-2A838FEE4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5550"/>
            <a:ext cx="7698658" cy="481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373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9E849-26E3-6F34-F9F2-02DB9B7EC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E6136C22-4592-DDDC-BA83-7CA31BB18C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7846" y="1353951"/>
            <a:ext cx="6511059" cy="508617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FE649250-A1FC-C2C8-B62B-0040C1EA2160}"/>
              </a:ext>
            </a:extLst>
          </p:cNvPr>
          <p:cNvSpPr txBox="1"/>
          <p:nvPr/>
        </p:nvSpPr>
        <p:spPr>
          <a:xfrm>
            <a:off x="7443019" y="2136338"/>
            <a:ext cx="456216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este programa lo que se hizo es generar un código en Python que nos permita simular el lanzamiento de un dado de 6 caras y comprobar si es uniforme utilizando la prueba de Chi-cuadrada. </a:t>
            </a:r>
          </a:p>
          <a:p>
            <a:pPr algn="just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La clase Dado efectúa los tiros aleatorios, contabiliza las frecuencias observadas y evalúa el estadístico frente a un valor crítico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28A80A1-D72D-C07E-23E3-E58FF0A130B1}"/>
              </a:ext>
            </a:extLst>
          </p:cNvPr>
          <p:cNvSpPr txBox="1"/>
          <p:nvPr/>
        </p:nvSpPr>
        <p:spPr>
          <a:xfrm>
            <a:off x="1533832" y="417873"/>
            <a:ext cx="456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Ejercicio 1 Python</a:t>
            </a:r>
          </a:p>
        </p:txBody>
      </p:sp>
    </p:spTree>
    <p:extLst>
      <p:ext uri="{BB962C8B-B14F-4D97-AF65-F5344CB8AC3E}">
        <p14:creationId xmlns:p14="http://schemas.microsoft.com/office/powerpoint/2010/main" val="3264724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09094-BFA6-E37E-03E2-47B141F97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09A0BE0-C67B-170B-F057-3CCACE4D0752}"/>
              </a:ext>
            </a:extLst>
          </p:cNvPr>
          <p:cNvSpPr txBox="1"/>
          <p:nvPr/>
        </p:nvSpPr>
        <p:spPr>
          <a:xfrm>
            <a:off x="8026672" y="721527"/>
            <a:ext cx="392798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La interfaz al ejecutar el código nos permite realizar la simulación ingresando el número de lanzamientos deseados y presionando el botón "Ejecutar Prueba". </a:t>
            </a:r>
          </a:p>
          <a:p>
            <a:pPr algn="just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la tarjeta izquierda se despliega el resumen estadístico con la frecuencia esperada, el cálculo de Chi-cuadrada y el dictamen de la prueba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AE5824D-0BE9-9A37-BCBE-5841A9A9C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64" y="906193"/>
            <a:ext cx="7412859" cy="484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938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98BC3-F773-284D-4B1C-5D58E3C81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1604EA8C-016F-3C16-F8AC-46271423C5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7305" y="1353951"/>
            <a:ext cx="6152141" cy="508617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6903B5DA-33C8-CEFA-2DA4-0C8BE03C52D0}"/>
              </a:ext>
            </a:extLst>
          </p:cNvPr>
          <p:cNvSpPr txBox="1"/>
          <p:nvPr/>
        </p:nvSpPr>
        <p:spPr>
          <a:xfrm>
            <a:off x="7443019" y="2136338"/>
            <a:ext cx="456216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este programa lo que se hizo es generar un script en R empleando la librería nativa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tcltk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que nos permite simular el lanzamiento de dados y monedas con una interfaz visual sin depender de paquetes externos. Las funciones principales toman la cantidad de lanzamientos ingresada por el usuario en el campo de texto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D0A8820-7C60-C81F-BF4A-26569E906BBE}"/>
              </a:ext>
            </a:extLst>
          </p:cNvPr>
          <p:cNvSpPr txBox="1"/>
          <p:nvPr/>
        </p:nvSpPr>
        <p:spPr>
          <a:xfrm>
            <a:off x="1533832" y="417873"/>
            <a:ext cx="456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Ejercicio en </a:t>
            </a:r>
            <a:r>
              <a:rPr lang="es-MX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RStudio</a:t>
            </a:r>
            <a:endParaRPr lang="es-MX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6228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90B95-2E54-A9D3-8A1A-2B7F2D561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71E4B44B-2006-F0F8-D700-7CD33A2DA7D0}"/>
              </a:ext>
            </a:extLst>
          </p:cNvPr>
          <p:cNvSpPr txBox="1"/>
          <p:nvPr/>
        </p:nvSpPr>
        <p:spPr>
          <a:xfrm>
            <a:off x="8026672" y="721527"/>
            <a:ext cx="392798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La interfaz al ejecutar el código despliega un panel flotante de control tipo tarjeta donde el usuario puede ingresar libremente el número de lanzamientos a evaluar y presionar el botón "Ejecutar Prueba".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DA9CDC4-03D2-36A0-FAD6-6CAC5B596C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574" y="906193"/>
            <a:ext cx="5553273" cy="484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977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1106DD-4A16-4656-8106-12D0CEEC6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2883" y="382380"/>
            <a:ext cx="3382420" cy="1400530"/>
          </a:xfrm>
        </p:spPr>
        <p:txBody>
          <a:bodyPr/>
          <a:lstStyle/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Conclusión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32A5E05-1FDE-B322-0863-21055419B1EE}"/>
              </a:ext>
            </a:extLst>
          </p:cNvPr>
          <p:cNvSpPr txBox="1"/>
          <p:nvPr/>
        </p:nvSpPr>
        <p:spPr>
          <a:xfrm>
            <a:off x="1768206" y="1746488"/>
            <a:ext cx="8655587" cy="2118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Al terminar estos ejercicios aprendí la importancia de la prueba de bondad de ajuste Chi-cuadrada para validar que los generadores de números aleatorios en un sistema realmente sigan una distribución uniforme. Comprobé de forma práctica que a medida que se aumenta el número de lanzamientos, los resultados observados se acercan a la frecuencia esperada</a:t>
            </a:r>
          </a:p>
        </p:txBody>
      </p:sp>
    </p:spTree>
    <p:extLst>
      <p:ext uri="{BB962C8B-B14F-4D97-AF65-F5344CB8AC3E}">
        <p14:creationId xmlns:p14="http://schemas.microsoft.com/office/powerpoint/2010/main" val="3123720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BD7A9-AC65-E2E9-8338-904D7DDDC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E3BDA8-CF76-F24C-561C-C57560790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3574" y="226143"/>
            <a:ext cx="6823711" cy="1400530"/>
          </a:xfrm>
        </p:spPr>
        <p:txBody>
          <a:bodyPr/>
          <a:lstStyle/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Fuentes de información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15E2AD0-D9A4-31C8-2E91-C6B686D4C347}"/>
              </a:ext>
            </a:extLst>
          </p:cNvPr>
          <p:cNvSpPr txBox="1"/>
          <p:nvPr/>
        </p:nvSpPr>
        <p:spPr>
          <a:xfrm>
            <a:off x="1768203" y="2049460"/>
            <a:ext cx="8655587" cy="870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dirty="0"/>
              <a:t>Las actividades se realizaron con base a lo aprendido en clase del profesor Francisco Mingo</a:t>
            </a:r>
          </a:p>
        </p:txBody>
      </p:sp>
    </p:spTree>
    <p:extLst>
      <p:ext uri="{BB962C8B-B14F-4D97-AF65-F5344CB8AC3E}">
        <p14:creationId xmlns:p14="http://schemas.microsoft.com/office/powerpoint/2010/main" val="684667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93B58-CE6A-0D56-D0E4-5F0E074A6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4583AF-666F-C1A4-0F93-1E06E78EF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2883" y="382380"/>
            <a:ext cx="4906420" cy="1400530"/>
          </a:xfrm>
        </p:spPr>
        <p:txBody>
          <a:bodyPr/>
          <a:lstStyle/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Link de Git </a:t>
            </a:r>
            <a:r>
              <a:rPr lang="es-MX" b="1" dirty="0" err="1">
                <a:latin typeface="Arial" panose="020B0604020202020204" pitchFamily="34" charset="0"/>
                <a:cs typeface="Arial" panose="020B0604020202020204" pitchFamily="34" charset="0"/>
              </a:rPr>
              <a:t>hub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4763A91-1FE9-9F17-8A1C-313036490912}"/>
              </a:ext>
            </a:extLst>
          </p:cNvPr>
          <p:cNvSpPr txBox="1"/>
          <p:nvPr/>
        </p:nvSpPr>
        <p:spPr>
          <a:xfrm>
            <a:off x="1694090" y="1782910"/>
            <a:ext cx="79560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/>
              <a:t>https://github.com/jhonyzars-hash/SM-TEMA--2.git</a:t>
            </a:r>
          </a:p>
        </p:txBody>
      </p:sp>
    </p:spTree>
    <p:extLst>
      <p:ext uri="{BB962C8B-B14F-4D97-AF65-F5344CB8AC3E}">
        <p14:creationId xmlns:p14="http://schemas.microsoft.com/office/powerpoint/2010/main" val="1997614909"/>
      </p:ext>
    </p:extLst>
  </p:cSld>
  <p:clrMapOvr>
    <a:masterClrMapping/>
  </p:clrMapOvr>
</p:sld>
</file>

<file path=ppt/theme/theme1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121AC9A9-9DF1-410F-980B-228D05632962}" vid="{661A2AC3-DE07-4883-A618-4B52B678F5E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2131</TotalTime>
  <Words>660</Words>
  <Application>Microsoft Office PowerPoint</Application>
  <PresentationFormat>Panorámica</PresentationFormat>
  <Paragraphs>41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Neue Haas Grotesk Text Pro</vt:lpstr>
      <vt:lpstr>System Font Regular</vt:lpstr>
      <vt:lpstr>Bjorn</vt:lpstr>
      <vt:lpstr>Presentación de PowerPoint</vt:lpstr>
      <vt:lpstr>Introducción </vt:lpstr>
      <vt:lpstr>Justificación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Conclusión </vt:lpstr>
      <vt:lpstr>Fuentes de información </vt:lpstr>
      <vt:lpstr>Link de Git hub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Brayan</dc:creator>
  <cp:lastModifiedBy>Jhony Gomez</cp:lastModifiedBy>
  <cp:revision>12</cp:revision>
  <dcterms:created xsi:type="dcterms:W3CDTF">2026-06-13T06:22:31Z</dcterms:created>
  <dcterms:modified xsi:type="dcterms:W3CDTF">2026-10-05T17:34:35Z</dcterms:modified>
</cp:coreProperties>
</file>