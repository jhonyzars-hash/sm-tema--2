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notesMasterIdLst>
    <p:notesMasterId r:id="rId16"/>
  </p:notesMasterIdLst>
  <p:sldIdLst>
    <p:sldId id="269" r:id="rId2"/>
    <p:sldId id="257" r:id="rId3"/>
    <p:sldId id="275" r:id="rId4"/>
    <p:sldId id="260" r:id="rId5"/>
    <p:sldId id="278" r:id="rId6"/>
    <p:sldId id="280" r:id="rId7"/>
    <p:sldId id="281" r:id="rId8"/>
    <p:sldId id="282" r:id="rId9"/>
    <p:sldId id="283" r:id="rId10"/>
    <p:sldId id="284" r:id="rId11"/>
    <p:sldId id="285" r:id="rId12"/>
    <p:sldId id="267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76DE7-9AAF-4111-8848-001C077931BD}" v="2" dt="2026-10-05T17:56:38.093"/>
    <p1510:client id="{848968B8-127F-456C-B8D0-B13371EB67DD}" v="9" dt="2026-10-05T17:33:58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y Gomez" userId="5f1ac8455e56f045" providerId="LiveId" clId="{E84C667A-187F-4064-B7B0-4E60D3583703}"/>
    <pc:docChg chg="undo custSel addSld delSld modSld sldOrd">
      <pc:chgData name="Jhony Gomez" userId="5f1ac8455e56f045" providerId="LiveId" clId="{E84C667A-187F-4064-B7B0-4E60D3583703}" dt="2026-10-05T17:57:12.510" v="1716" actId="14100"/>
      <pc:docMkLst>
        <pc:docMk/>
      </pc:docMkLst>
      <pc:sldChg chg="addSp delSp modSp mod">
        <pc:chgData name="Jhony Gomez" userId="5f1ac8455e56f045" providerId="LiveId" clId="{E84C667A-187F-4064-B7B0-4E60D3583703}" dt="2026-10-05T17:34:03.939" v="1668" actId="14100"/>
        <pc:sldMkLst>
          <pc:docMk/>
          <pc:sldMk cId="3796923850" sldId="257"/>
        </pc:sldMkLst>
        <pc:spChg chg="mod">
          <ac:chgData name="Jhony Gomez" userId="5f1ac8455e56f045" providerId="LiveId" clId="{E84C667A-187F-4064-B7B0-4E60D3583703}" dt="2026-10-05T17:34:03.939" v="1668" actId="14100"/>
          <ac:spMkLst>
            <pc:docMk/>
            <pc:sldMk cId="3796923850" sldId="257"/>
            <ac:spMk id="2" creationId="{41117401-7AAA-4B09-B70B-7A3CA6DC5BF7}"/>
          </ac:spMkLst>
        </pc:spChg>
        <pc:spChg chg="add mod">
          <ac:chgData name="Jhony Gomez" userId="5f1ac8455e56f045" providerId="LiveId" clId="{E84C667A-187F-4064-B7B0-4E60D3583703}" dt="2026-10-05T17:23:05.254" v="1647" actId="20577"/>
          <ac:spMkLst>
            <pc:docMk/>
            <pc:sldMk cId="3796923850" sldId="257"/>
            <ac:spMk id="5" creationId="{745111A6-BE16-3200-7ADB-593AC0C08FEF}"/>
          </ac:spMkLst>
        </pc:spChg>
      </pc:sldChg>
      <pc:sldChg chg="addSp delSp modSp mod">
        <pc:chgData name="Jhony Gomez" userId="5f1ac8455e56f045" providerId="LiveId" clId="{E84C667A-187F-4064-B7B0-4E60D3583703}" dt="2026-10-05T17:55:04.832" v="1685" actId="14100"/>
        <pc:sldMkLst>
          <pc:docMk/>
          <pc:sldMk cId="2537704845" sldId="260"/>
        </pc:sldMkLst>
        <pc:spChg chg="add mod">
          <ac:chgData name="Jhony Gomez" userId="5f1ac8455e56f045" providerId="LiveId" clId="{E84C667A-187F-4064-B7B0-4E60D3583703}" dt="2026-10-05T17:54:44.611" v="1680" actId="1076"/>
          <ac:spMkLst>
            <pc:docMk/>
            <pc:sldMk cId="2537704845" sldId="260"/>
            <ac:spMk id="3" creationId="{0EE08354-920B-2C71-02AC-1FDC24A24F7A}"/>
          </ac:spMkLst>
        </pc:spChg>
        <pc:spChg chg="add mod">
          <ac:chgData name="Jhony Gomez" userId="5f1ac8455e56f045" providerId="LiveId" clId="{E84C667A-187F-4064-B7B0-4E60D3583703}" dt="2026-10-05T17:55:04.832" v="1685" actId="14100"/>
          <ac:spMkLst>
            <pc:docMk/>
            <pc:sldMk cId="2537704845" sldId="260"/>
            <ac:spMk id="5" creationId="{0883BAED-3241-FEF5-C21C-FB2DF183EBFD}"/>
          </ac:spMkLst>
        </pc:spChg>
        <pc:spChg chg="add mod">
          <ac:chgData name="Jhony Gomez" userId="5f1ac8455e56f045" providerId="LiveId" clId="{E84C667A-187F-4064-B7B0-4E60D3583703}" dt="2026-10-05T16:04:06.897" v="1549" actId="20577"/>
          <ac:spMkLst>
            <pc:docMk/>
            <pc:sldMk cId="2537704845" sldId="260"/>
            <ac:spMk id="6" creationId="{8A9BE94E-1ECD-6941-F298-D411E6B49AD4}"/>
          </ac:spMkLst>
        </pc:spChg>
        <pc:spChg chg="add del mod">
          <ac:chgData name="Jhony Gomez" userId="5f1ac8455e56f045" providerId="LiveId" clId="{E84C667A-187F-4064-B7B0-4E60D3583703}" dt="2026-10-05T17:54:19.289" v="1673" actId="478"/>
          <ac:spMkLst>
            <pc:docMk/>
            <pc:sldMk cId="2537704845" sldId="260"/>
            <ac:spMk id="9" creationId="{480D72AF-1616-4663-BC22-54048850ED05}"/>
          </ac:spMkLst>
        </pc:spChg>
        <pc:picChg chg="mod">
          <ac:chgData name="Jhony Gomez" userId="5f1ac8455e56f045" providerId="LiveId" clId="{E84C667A-187F-4064-B7B0-4E60D3583703}" dt="2026-10-05T17:54:21.247" v="1674" actId="1076"/>
          <ac:picMkLst>
            <pc:docMk/>
            <pc:sldMk cId="2537704845" sldId="260"/>
            <ac:picMk id="8" creationId="{DEC2E1FE-E24B-400D-B39C-537C2CCED519}"/>
          </ac:picMkLst>
        </pc:picChg>
      </pc:sldChg>
      <pc:sldChg chg="addSp delSp modSp mod">
        <pc:chgData name="Jhony Gomez" userId="5f1ac8455e56f045" providerId="LiveId" clId="{E84C667A-187F-4064-B7B0-4E60D3583703}" dt="2026-10-05T17:34:14.680" v="1670" actId="14100"/>
        <pc:sldMkLst>
          <pc:docMk/>
          <pc:sldMk cId="3123720289" sldId="267"/>
        </pc:sldMkLst>
        <pc:spChg chg="mod">
          <ac:chgData name="Jhony Gomez" userId="5f1ac8455e56f045" providerId="LiveId" clId="{E84C667A-187F-4064-B7B0-4E60D3583703}" dt="2026-10-05T17:34:14.680" v="1670" actId="14100"/>
          <ac:spMkLst>
            <pc:docMk/>
            <pc:sldMk cId="3123720289" sldId="267"/>
            <ac:spMk id="2" creationId="{251106DD-4A16-4656-8106-12D0CEEC66E5}"/>
          </ac:spMkLst>
        </pc:spChg>
        <pc:spChg chg="add mod">
          <ac:chgData name="Jhony Gomez" userId="5f1ac8455e56f045" providerId="LiveId" clId="{E84C667A-187F-4064-B7B0-4E60D3583703}" dt="2026-10-05T17:25:14.042" v="1649"/>
          <ac:spMkLst>
            <pc:docMk/>
            <pc:sldMk cId="3123720289" sldId="267"/>
            <ac:spMk id="7" creationId="{B32A5E05-1FDE-B322-0863-21055419B1EE}"/>
          </ac:spMkLst>
        </pc:spChg>
      </pc:sldChg>
      <pc:sldChg chg="modSp mod">
        <pc:chgData name="Jhony Gomez" userId="5f1ac8455e56f045" providerId="LiveId" clId="{E84C667A-187F-4064-B7B0-4E60D3583703}" dt="2026-10-05T17:27:28.986" v="1666" actId="20577"/>
        <pc:sldMkLst>
          <pc:docMk/>
          <pc:sldMk cId="1200137787" sldId="269"/>
        </pc:sldMkLst>
        <pc:spChg chg="mod">
          <ac:chgData name="Jhony Gomez" userId="5f1ac8455e56f045" providerId="LiveId" clId="{E84C667A-187F-4064-B7B0-4E60D3583703}" dt="2026-10-05T17:27:28.986" v="1666" actId="20577"/>
          <ac:spMkLst>
            <pc:docMk/>
            <pc:sldMk cId="1200137787" sldId="269"/>
            <ac:spMk id="4" creationId="{ABAF0D08-5F75-4A88-A052-E8DE763EC799}"/>
          </ac:spMkLst>
        </pc:spChg>
      </pc:sldChg>
      <pc:sldChg chg="addSp delSp modSp mod">
        <pc:chgData name="Jhony Gomez" userId="5f1ac8455e56f045" providerId="LiveId" clId="{E84C667A-187F-4064-B7B0-4E60D3583703}" dt="2026-10-05T17:34:08.042" v="1669" actId="14100"/>
        <pc:sldMkLst>
          <pc:docMk/>
          <pc:sldMk cId="388262627" sldId="275"/>
        </pc:sldMkLst>
        <pc:spChg chg="mod">
          <ac:chgData name="Jhony Gomez" userId="5f1ac8455e56f045" providerId="LiveId" clId="{E84C667A-187F-4064-B7B0-4E60D3583703}" dt="2026-10-05T17:34:08.042" v="1669" actId="14100"/>
          <ac:spMkLst>
            <pc:docMk/>
            <pc:sldMk cId="388262627" sldId="275"/>
            <ac:spMk id="2" creationId="{BAC14BB9-4BBC-B7BF-F8EE-90DD9F1F8B85}"/>
          </ac:spMkLst>
        </pc:spChg>
        <pc:spChg chg="add mod">
          <ac:chgData name="Jhony Gomez" userId="5f1ac8455e56f045" providerId="LiveId" clId="{E84C667A-187F-4064-B7B0-4E60D3583703}" dt="2026-10-05T17:24:08.343" v="1648"/>
          <ac:spMkLst>
            <pc:docMk/>
            <pc:sldMk cId="388262627" sldId="275"/>
            <ac:spMk id="7" creationId="{A7700515-AA2F-B20A-8CEF-9CF4495DD6E2}"/>
          </ac:spMkLst>
        </pc:spChg>
      </pc:sldChg>
      <pc:sldChg chg="addSp delSp modSp mod">
        <pc:chgData name="Jhony Gomez" userId="5f1ac8455e56f045" providerId="LiveId" clId="{E84C667A-187F-4064-B7B0-4E60D3583703}" dt="2026-10-03T07:10:47.911" v="1518" actId="313"/>
        <pc:sldMkLst>
          <pc:docMk/>
          <pc:sldMk cId="68466766" sldId="276"/>
        </pc:sldMkLst>
        <pc:spChg chg="mod">
          <ac:chgData name="Jhony Gomez" userId="5f1ac8455e56f045" providerId="LiveId" clId="{E84C667A-187F-4064-B7B0-4E60D3583703}" dt="2026-10-03T07:10:47.911" v="1518" actId="313"/>
          <ac:spMkLst>
            <pc:docMk/>
            <pc:sldMk cId="68466766" sldId="276"/>
            <ac:spMk id="2" creationId="{E8E3BDA8-CF76-F24C-561C-C57560790E57}"/>
          </ac:spMkLst>
        </pc:spChg>
        <pc:spChg chg="add mod">
          <ac:chgData name="Jhony Gomez" userId="5f1ac8455e56f045" providerId="LiveId" clId="{E84C667A-187F-4064-B7B0-4E60D3583703}" dt="2026-10-02T22:03:54.357" v="959"/>
          <ac:spMkLst>
            <pc:docMk/>
            <pc:sldMk cId="68466766" sldId="276"/>
            <ac:spMk id="5" creationId="{915E2AD0-D9A4-31C8-2E91-C6B686D4C347}"/>
          </ac:spMkLst>
        </pc:spChg>
      </pc:sldChg>
      <pc:sldChg chg="addSp delSp modSp add del mod">
        <pc:chgData name="Jhony Gomez" userId="5f1ac8455e56f045" providerId="LiveId" clId="{E84C667A-187F-4064-B7B0-4E60D3583703}" dt="2026-10-05T17:34:31.473" v="1672" actId="47"/>
        <pc:sldMkLst>
          <pc:docMk/>
          <pc:sldMk cId="1997614909" sldId="277"/>
        </pc:sldMkLst>
        <pc:spChg chg="add mod">
          <ac:chgData name="Jhony Gomez" userId="5f1ac8455e56f045" providerId="LiveId" clId="{E84C667A-187F-4064-B7B0-4E60D3583703}" dt="2026-10-05T17:29:53.353" v="1667"/>
          <ac:spMkLst>
            <pc:docMk/>
            <pc:sldMk cId="1997614909" sldId="277"/>
            <ac:spMk id="4" creationId="{F4763A91-1FE9-9F17-8A1C-313036490912}"/>
          </ac:spMkLst>
        </pc:spChg>
      </pc:sldChg>
      <pc:sldChg chg="addSp delSp modSp add mod">
        <pc:chgData name="Jhony Gomez" userId="5f1ac8455e56f045" providerId="LiveId" clId="{E84C667A-187F-4064-B7B0-4E60D3583703}" dt="2026-10-05T17:56:21.918" v="1703" actId="1076"/>
        <pc:sldMkLst>
          <pc:docMk/>
          <pc:sldMk cId="67691997" sldId="278"/>
        </pc:sldMkLst>
        <pc:spChg chg="add mod">
          <ac:chgData name="Jhony Gomez" userId="5f1ac8455e56f045" providerId="LiveId" clId="{E84C667A-187F-4064-B7B0-4E60D3583703}" dt="2026-10-05T17:55:55.808" v="1697" actId="122"/>
          <ac:spMkLst>
            <pc:docMk/>
            <pc:sldMk cId="67691997" sldId="278"/>
            <ac:spMk id="4" creationId="{A17DF74D-AF74-FC03-EA7B-ED107B908A1B}"/>
          </ac:spMkLst>
        </pc:spChg>
        <pc:spChg chg="add del mod">
          <ac:chgData name="Jhony Gomez" userId="5f1ac8455e56f045" providerId="LiveId" clId="{E84C667A-187F-4064-B7B0-4E60D3583703}" dt="2026-10-05T17:55:12.583" v="1686" actId="478"/>
          <ac:spMkLst>
            <pc:docMk/>
            <pc:sldMk cId="67691997" sldId="278"/>
            <ac:spMk id="5" creationId="{2DE34A13-28F4-435E-618D-3B80FE82599A}"/>
          </ac:spMkLst>
        </pc:spChg>
        <pc:spChg chg="add mod">
          <ac:chgData name="Jhony Gomez" userId="5f1ac8455e56f045" providerId="LiveId" clId="{E84C667A-187F-4064-B7B0-4E60D3583703}" dt="2026-10-05T17:56:21.918" v="1703" actId="1076"/>
          <ac:spMkLst>
            <pc:docMk/>
            <pc:sldMk cId="67691997" sldId="278"/>
            <ac:spMk id="7" creationId="{85C39377-68EC-68F1-12B7-31393DD4B0D0}"/>
          </ac:spMkLst>
        </pc:spChg>
        <pc:spChg chg="del mod">
          <ac:chgData name="Jhony Gomez" userId="5f1ac8455e56f045" providerId="LiveId" clId="{E84C667A-187F-4064-B7B0-4E60D3583703}" dt="2026-10-05T15:58:36.519" v="1527" actId="478"/>
          <ac:spMkLst>
            <pc:docMk/>
            <pc:sldMk cId="67691997" sldId="278"/>
            <ac:spMk id="9" creationId="{2CB7918C-9539-5D14-ED59-B63CA11E58F2}"/>
          </ac:spMkLst>
        </pc:spChg>
        <pc:picChg chg="add mod">
          <ac:chgData name="Jhony Gomez" userId="5f1ac8455e56f045" providerId="LiveId" clId="{E84C667A-187F-4064-B7B0-4E60D3583703}" dt="2026-10-05T17:55:46.046" v="1693" actId="1076"/>
          <ac:picMkLst>
            <pc:docMk/>
            <pc:sldMk cId="67691997" sldId="278"/>
            <ac:picMk id="3" creationId="{5312A8EC-6B68-C81A-1037-3809581BAAF9}"/>
          </ac:picMkLst>
        </pc:picChg>
        <pc:picChg chg="del mod">
          <ac:chgData name="Jhony Gomez" userId="5f1ac8455e56f045" providerId="LiveId" clId="{E84C667A-187F-4064-B7B0-4E60D3583703}" dt="2026-10-05T15:58:30.043" v="1524" actId="478"/>
          <ac:picMkLst>
            <pc:docMk/>
            <pc:sldMk cId="67691997" sldId="278"/>
            <ac:picMk id="4" creationId="{9D65E5E8-890B-2E54-3C23-71DD72A151A7}"/>
          </ac:picMkLst>
        </pc:picChg>
        <pc:picChg chg="del mod">
          <ac:chgData name="Jhony Gomez" userId="5f1ac8455e56f045" providerId="LiveId" clId="{E84C667A-187F-4064-B7B0-4E60D3583703}" dt="2026-10-05T15:58:06.480" v="1523" actId="478"/>
          <ac:picMkLst>
            <pc:docMk/>
            <pc:sldMk cId="67691997" sldId="278"/>
            <ac:picMk id="8" creationId="{CCB062B9-50F6-9C06-8D70-5747BC215C74}"/>
          </ac:picMkLst>
        </pc:picChg>
      </pc:sldChg>
      <pc:sldChg chg="addSp delSp modSp add mod">
        <pc:chgData name="Jhony Gomez" userId="5f1ac8455e56f045" providerId="LiveId" clId="{E84C667A-187F-4064-B7B0-4E60D3583703}" dt="2026-10-05T17:57:12.510" v="1716" actId="14100"/>
        <pc:sldMkLst>
          <pc:docMk/>
          <pc:sldMk cId="4205287880" sldId="280"/>
        </pc:sldMkLst>
        <pc:spChg chg="add mod">
          <ac:chgData name="Jhony Gomez" userId="5f1ac8455e56f045" providerId="LiveId" clId="{E84C667A-187F-4064-B7B0-4E60D3583703}" dt="2026-10-05T16:16:51.337" v="1570" actId="20577"/>
          <ac:spMkLst>
            <pc:docMk/>
            <pc:sldMk cId="4205287880" sldId="280"/>
            <ac:spMk id="3" creationId="{07B2D4CB-D01F-06F9-F206-9A487B9641D5}"/>
          </ac:spMkLst>
        </pc:spChg>
        <pc:spChg chg="add mod">
          <ac:chgData name="Jhony Gomez" userId="5f1ac8455e56f045" providerId="LiveId" clId="{E84C667A-187F-4064-B7B0-4E60D3583703}" dt="2026-10-05T17:56:55.804" v="1711" actId="1076"/>
          <ac:spMkLst>
            <pc:docMk/>
            <pc:sldMk cId="4205287880" sldId="280"/>
            <ac:spMk id="4" creationId="{7F694AE5-430B-70D2-0D2F-402E253F75EF}"/>
          </ac:spMkLst>
        </pc:spChg>
        <pc:spChg chg="add mod">
          <ac:chgData name="Jhony Gomez" userId="5f1ac8455e56f045" providerId="LiveId" clId="{E84C667A-187F-4064-B7B0-4E60D3583703}" dt="2026-10-05T17:57:12.510" v="1716" actId="14100"/>
          <ac:spMkLst>
            <pc:docMk/>
            <pc:sldMk cId="4205287880" sldId="280"/>
            <ac:spMk id="6" creationId="{240B715E-320A-1976-D6C0-D2AC9D3F1CE6}"/>
          </ac:spMkLst>
        </pc:spChg>
        <pc:spChg chg="del mod">
          <ac:chgData name="Jhony Gomez" userId="5f1ac8455e56f045" providerId="LiveId" clId="{E84C667A-187F-4064-B7B0-4E60D3583703}" dt="2026-10-05T17:56:48.437" v="1707" actId="478"/>
          <ac:spMkLst>
            <pc:docMk/>
            <pc:sldMk cId="4205287880" sldId="280"/>
            <ac:spMk id="9" creationId="{21D2C099-A3B4-8593-48F9-D1C85A03C804}"/>
          </ac:spMkLst>
        </pc:spChg>
        <pc:picChg chg="mod">
          <ac:chgData name="Jhony Gomez" userId="5f1ac8455e56f045" providerId="LiveId" clId="{E84C667A-187F-4064-B7B0-4E60D3583703}" dt="2026-10-05T16:16:28.932" v="1551" actId="1076"/>
          <ac:picMkLst>
            <pc:docMk/>
            <pc:sldMk cId="4205287880" sldId="280"/>
            <ac:picMk id="8" creationId="{7A5EEBB1-D09B-41D3-5116-97B5E66F82C2}"/>
          </ac:picMkLst>
        </pc:picChg>
      </pc:sldChg>
      <pc:sldChg chg="addSp delSp modSp add mod ord">
        <pc:chgData name="Jhony Gomez" userId="5f1ac8455e56f045" providerId="LiveId" clId="{E84C667A-187F-4064-B7B0-4E60D3583703}" dt="2026-10-05T16:19:47.812" v="1600"/>
        <pc:sldMkLst>
          <pc:docMk/>
          <pc:sldMk cId="959373400" sldId="281"/>
        </pc:sldMkLst>
        <pc:spChg chg="add del mod">
          <ac:chgData name="Jhony Gomez" userId="5f1ac8455e56f045" providerId="LiveId" clId="{E84C667A-187F-4064-B7B0-4E60D3583703}" dt="2026-10-05T16:19:35.451" v="1595" actId="478"/>
          <ac:spMkLst>
            <pc:docMk/>
            <pc:sldMk cId="959373400" sldId="281"/>
            <ac:spMk id="5" creationId="{D4BBE4C0-6F0E-1D7F-CD28-A5EDB800FBE1}"/>
          </ac:spMkLst>
        </pc:spChg>
        <pc:spChg chg="mod">
          <ac:chgData name="Jhony Gomez" userId="5f1ac8455e56f045" providerId="LiveId" clId="{E84C667A-187F-4064-B7B0-4E60D3583703}" dt="2026-10-05T16:19:44.282" v="1598" actId="20577"/>
          <ac:spMkLst>
            <pc:docMk/>
            <pc:sldMk cId="959373400" sldId="281"/>
            <ac:spMk id="9" creationId="{51B24BDB-B602-0CC6-A691-E9F4AFD4093D}"/>
          </ac:spMkLst>
        </pc:spChg>
        <pc:picChg chg="add del mod">
          <ac:chgData name="Jhony Gomez" userId="5f1ac8455e56f045" providerId="LiveId" clId="{E84C667A-187F-4064-B7B0-4E60D3583703}" dt="2026-10-05T16:17:21.392" v="1572" actId="478"/>
          <ac:picMkLst>
            <pc:docMk/>
            <pc:sldMk cId="959373400" sldId="281"/>
            <ac:picMk id="3" creationId="{68B93FD0-2E36-3121-FB87-4C028A984286}"/>
          </ac:picMkLst>
        </pc:picChg>
        <pc:picChg chg="add mod">
          <ac:chgData name="Jhony Gomez" userId="5f1ac8455e56f045" providerId="LiveId" clId="{E84C667A-187F-4064-B7B0-4E60D3583703}" dt="2026-10-05T16:17:28.393" v="1575" actId="14100"/>
          <ac:picMkLst>
            <pc:docMk/>
            <pc:sldMk cId="959373400" sldId="281"/>
            <ac:picMk id="4" creationId="{B3A07364-53AC-A005-31A2-2A838FEE4281}"/>
          </ac:picMkLst>
        </pc:picChg>
        <pc:picChg chg="add del mod">
          <ac:chgData name="Jhony Gomez" userId="5f1ac8455e56f045" providerId="LiveId" clId="{E84C667A-187F-4064-B7B0-4E60D3583703}" dt="2026-10-05T16:17:19.893" v="1571" actId="478"/>
          <ac:picMkLst>
            <pc:docMk/>
            <pc:sldMk cId="959373400" sldId="281"/>
            <ac:picMk id="7" creationId="{C01D01FC-858E-5AE9-6E53-63BB7CEA19FB}"/>
          </ac:picMkLst>
        </pc:picChg>
      </pc:sldChg>
      <pc:sldChg chg="addSp delSp modSp add del mod ord">
        <pc:chgData name="Jhony Gomez" userId="5f1ac8455e56f045" providerId="LiveId" clId="{E84C667A-187F-4064-B7B0-4E60D3583703}" dt="2026-10-05T16:17:50.154" v="1578" actId="47"/>
        <pc:sldMkLst>
          <pc:docMk/>
          <pc:sldMk cId="1856416694" sldId="282"/>
        </pc:sldMkLst>
      </pc:sldChg>
      <pc:sldChg chg="modSp add mod">
        <pc:chgData name="Jhony Gomez" userId="5f1ac8455e56f045" providerId="LiveId" clId="{E84C667A-187F-4064-B7B0-4E60D3583703}" dt="2026-10-05T16:29:57.190" v="1619" actId="20577"/>
        <pc:sldMkLst>
          <pc:docMk/>
          <pc:sldMk cId="3264724209" sldId="282"/>
        </pc:sldMkLst>
        <pc:spChg chg="mod">
          <ac:chgData name="Jhony Gomez" userId="5f1ac8455e56f045" providerId="LiveId" clId="{E84C667A-187F-4064-B7B0-4E60D3583703}" dt="2026-10-05T16:28:17.364" v="1611" actId="20577"/>
          <ac:spMkLst>
            <pc:docMk/>
            <pc:sldMk cId="3264724209" sldId="282"/>
            <ac:spMk id="3" creationId="{628A80A1-D72D-C07E-23E3-E58FF0A130B1}"/>
          </ac:spMkLst>
        </pc:spChg>
        <pc:spChg chg="mod">
          <ac:chgData name="Jhony Gomez" userId="5f1ac8455e56f045" providerId="LiveId" clId="{E84C667A-187F-4064-B7B0-4E60D3583703}" dt="2026-10-05T16:29:57.190" v="1619" actId="20577"/>
          <ac:spMkLst>
            <pc:docMk/>
            <pc:sldMk cId="3264724209" sldId="282"/>
            <ac:spMk id="9" creationId="{FE649250-A1FC-C2C8-B62B-0040C1EA2160}"/>
          </ac:spMkLst>
        </pc:spChg>
        <pc:picChg chg="mod">
          <ac:chgData name="Jhony Gomez" userId="5f1ac8455e56f045" providerId="LiveId" clId="{E84C667A-187F-4064-B7B0-4E60D3583703}" dt="2026-10-05T16:28:05.450" v="1603" actId="14100"/>
          <ac:picMkLst>
            <pc:docMk/>
            <pc:sldMk cId="3264724209" sldId="282"/>
            <ac:picMk id="8" creationId="{E6136C22-4592-DDDC-BA83-7CA31BB18CFF}"/>
          </ac:picMkLst>
        </pc:picChg>
      </pc:sldChg>
      <pc:sldChg chg="addSp delSp modSp add mod">
        <pc:chgData name="Jhony Gomez" userId="5f1ac8455e56f045" providerId="LiveId" clId="{E84C667A-187F-4064-B7B0-4E60D3583703}" dt="2026-10-05T16:30:26.092" v="1623" actId="20577"/>
        <pc:sldMkLst>
          <pc:docMk/>
          <pc:sldMk cId="2248938233" sldId="283"/>
        </pc:sldMkLst>
        <pc:spChg chg="mod">
          <ac:chgData name="Jhony Gomez" userId="5f1ac8455e56f045" providerId="LiveId" clId="{E84C667A-187F-4064-B7B0-4E60D3583703}" dt="2026-10-05T16:30:26.092" v="1623" actId="20577"/>
          <ac:spMkLst>
            <pc:docMk/>
            <pc:sldMk cId="2248938233" sldId="283"/>
            <ac:spMk id="5" creationId="{409A0BE0-C67B-170B-F057-3CCACE4D0752}"/>
          </ac:spMkLst>
        </pc:spChg>
        <pc:spChg chg="del">
          <ac:chgData name="Jhony Gomez" userId="5f1ac8455e56f045" providerId="LiveId" clId="{E84C667A-187F-4064-B7B0-4E60D3583703}" dt="2026-10-05T16:30:20.796" v="1621" actId="478"/>
          <ac:spMkLst>
            <pc:docMk/>
            <pc:sldMk cId="2248938233" sldId="283"/>
            <ac:spMk id="9" creationId="{16CE248D-D17F-745C-F07E-F3C302F44475}"/>
          </ac:spMkLst>
        </pc:spChg>
        <pc:picChg chg="add mod">
          <ac:chgData name="Jhony Gomez" userId="5f1ac8455e56f045" providerId="LiveId" clId="{E84C667A-187F-4064-B7B0-4E60D3583703}" dt="2026-10-05T16:28:50.784" v="1615" actId="14100"/>
          <ac:picMkLst>
            <pc:docMk/>
            <pc:sldMk cId="2248938233" sldId="283"/>
            <ac:picMk id="3" creationId="{EAE5824D-0BE9-9A37-BCBE-5841A9A9C372}"/>
          </ac:picMkLst>
        </pc:picChg>
        <pc:picChg chg="del">
          <ac:chgData name="Jhony Gomez" userId="5f1ac8455e56f045" providerId="LiveId" clId="{E84C667A-187F-4064-B7B0-4E60D3583703}" dt="2026-10-05T16:28:44.682" v="1612" actId="478"/>
          <ac:picMkLst>
            <pc:docMk/>
            <pc:sldMk cId="2248938233" sldId="283"/>
            <ac:picMk id="4" creationId="{95EA65DA-8B76-A346-DF1E-57788850BC64}"/>
          </ac:picMkLst>
        </pc:picChg>
      </pc:sldChg>
      <pc:sldChg chg="addSp delSp modSp add del mod">
        <pc:chgData name="Jhony Gomez" userId="5f1ac8455e56f045" providerId="LiveId" clId="{E84C667A-187F-4064-B7B0-4E60D3583703}" dt="2026-10-05T16:17:48.800" v="1577" actId="47"/>
        <pc:sldMkLst>
          <pc:docMk/>
          <pc:sldMk cId="3694816150" sldId="283"/>
        </pc:sldMkLst>
      </pc:sldChg>
      <pc:sldChg chg="modSp add mod">
        <pc:chgData name="Jhony Gomez" userId="5f1ac8455e56f045" providerId="LiveId" clId="{E84C667A-187F-4064-B7B0-4E60D3583703}" dt="2026-10-05T17:20:41.005" v="1637" actId="20577"/>
        <pc:sldMkLst>
          <pc:docMk/>
          <pc:sldMk cId="1419622848" sldId="284"/>
        </pc:sldMkLst>
        <pc:spChg chg="mod">
          <ac:chgData name="Jhony Gomez" userId="5f1ac8455e56f045" providerId="LiveId" clId="{E84C667A-187F-4064-B7B0-4E60D3583703}" dt="2026-10-05T17:20:41.005" v="1637" actId="20577"/>
          <ac:spMkLst>
            <pc:docMk/>
            <pc:sldMk cId="1419622848" sldId="284"/>
            <ac:spMk id="3" creationId="{7D0A8820-7C60-C81F-BF4A-26569E906BBE}"/>
          </ac:spMkLst>
        </pc:spChg>
        <pc:spChg chg="mod">
          <ac:chgData name="Jhony Gomez" userId="5f1ac8455e56f045" providerId="LiveId" clId="{E84C667A-187F-4064-B7B0-4E60D3583703}" dt="2026-10-05T17:20:31.266" v="1627"/>
          <ac:spMkLst>
            <pc:docMk/>
            <pc:sldMk cId="1419622848" sldId="284"/>
            <ac:spMk id="9" creationId="{6903B5DA-33C8-CEFA-2DA4-0C8BE03C52D0}"/>
          </ac:spMkLst>
        </pc:spChg>
        <pc:picChg chg="mod">
          <ac:chgData name="Jhony Gomez" userId="5f1ac8455e56f045" providerId="LiveId" clId="{E84C667A-187F-4064-B7B0-4E60D3583703}" dt="2026-10-05T17:16:55.231" v="1624" actId="14826"/>
          <ac:picMkLst>
            <pc:docMk/>
            <pc:sldMk cId="1419622848" sldId="284"/>
            <ac:picMk id="8" creationId="{1604EA8C-016F-3C16-F8AC-46271423C577}"/>
          </ac:picMkLst>
        </pc:picChg>
      </pc:sldChg>
      <pc:sldChg chg="addSp delSp modSp add del mod">
        <pc:chgData name="Jhony Gomez" userId="5f1ac8455e56f045" providerId="LiveId" clId="{E84C667A-187F-4064-B7B0-4E60D3583703}" dt="2026-10-05T16:17:46.033" v="1576" actId="47"/>
        <pc:sldMkLst>
          <pc:docMk/>
          <pc:sldMk cId="2627952032" sldId="284"/>
        </pc:sldMkLst>
      </pc:sldChg>
      <pc:sldChg chg="addSp delSp modSp add del mod">
        <pc:chgData name="Jhony Gomez" userId="5f1ac8455e56f045" providerId="LiveId" clId="{E84C667A-187F-4064-B7B0-4E60D3583703}" dt="2026-10-05T16:17:51.467" v="1579" actId="47"/>
        <pc:sldMkLst>
          <pc:docMk/>
          <pc:sldMk cId="708655052" sldId="285"/>
        </pc:sldMkLst>
      </pc:sldChg>
      <pc:sldChg chg="delSp modSp add mod">
        <pc:chgData name="Jhony Gomez" userId="5f1ac8455e56f045" providerId="LiveId" clId="{E84C667A-187F-4064-B7B0-4E60D3583703}" dt="2026-10-05T17:21:07.314" v="1640" actId="478"/>
        <pc:sldMkLst>
          <pc:docMk/>
          <pc:sldMk cId="2556977189" sldId="285"/>
        </pc:sldMkLst>
        <pc:spChg chg="mod">
          <ac:chgData name="Jhony Gomez" userId="5f1ac8455e56f045" providerId="LiveId" clId="{E84C667A-187F-4064-B7B0-4E60D3583703}" dt="2026-10-05T17:20:59.698" v="1638"/>
          <ac:spMkLst>
            <pc:docMk/>
            <pc:sldMk cId="2556977189" sldId="285"/>
            <ac:spMk id="5" creationId="{71E4B44B-2006-F0F8-D700-7CD33A2DA7D0}"/>
          </ac:spMkLst>
        </pc:spChg>
        <pc:spChg chg="del mod">
          <ac:chgData name="Jhony Gomez" userId="5f1ac8455e56f045" providerId="LiveId" clId="{E84C667A-187F-4064-B7B0-4E60D3583703}" dt="2026-10-05T17:21:07.314" v="1640" actId="478"/>
          <ac:spMkLst>
            <pc:docMk/>
            <pc:sldMk cId="2556977189" sldId="285"/>
            <ac:spMk id="9" creationId="{29615943-C2F1-556E-7174-6CD4B5BEDA75}"/>
          </ac:spMkLst>
        </pc:spChg>
        <pc:picChg chg="mod">
          <ac:chgData name="Jhony Gomez" userId="5f1ac8455e56f045" providerId="LiveId" clId="{E84C667A-187F-4064-B7B0-4E60D3583703}" dt="2026-10-05T17:17:30.313" v="1626" actId="14100"/>
          <ac:picMkLst>
            <pc:docMk/>
            <pc:sldMk cId="2556977189" sldId="285"/>
            <ac:picMk id="3" creationId="{2DA9CDC4-03D2-36A0-FAD6-6CAC5B596CA1}"/>
          </ac:picMkLst>
        </pc:picChg>
      </pc:sldChg>
      <pc:sldChg chg="modSp add del mod">
        <pc:chgData name="Jhony Gomez" userId="5f1ac8455e56f045" providerId="LiveId" clId="{E84C667A-187F-4064-B7B0-4E60D3583703}" dt="2026-10-05T16:18:12.268" v="1587" actId="47"/>
        <pc:sldMkLst>
          <pc:docMk/>
          <pc:sldMk cId="3803033943" sldId="286"/>
        </pc:sldMkLst>
      </pc:sldChg>
      <pc:sldChg chg="modSp add del mod">
        <pc:chgData name="Jhony Gomez" userId="5f1ac8455e56f045" providerId="LiveId" clId="{E84C667A-187F-4064-B7B0-4E60D3583703}" dt="2026-10-05T16:18:12.992" v="1588" actId="47"/>
        <pc:sldMkLst>
          <pc:docMk/>
          <pc:sldMk cId="134445518" sldId="287"/>
        </pc:sldMkLst>
      </pc:sldChg>
      <pc:sldChg chg="modSp add del mod ord">
        <pc:chgData name="Jhony Gomez" userId="5f1ac8455e56f045" providerId="LiveId" clId="{E84C667A-187F-4064-B7B0-4E60D3583703}" dt="2026-10-05T16:18:13.874" v="1589" actId="47"/>
        <pc:sldMkLst>
          <pc:docMk/>
          <pc:sldMk cId="1334762242" sldId="288"/>
        </pc:sldMkLst>
      </pc:sldChg>
      <pc:sldChg chg="addSp delSp modSp add del mod ord">
        <pc:chgData name="Jhony Gomez" userId="5f1ac8455e56f045" providerId="LiveId" clId="{E84C667A-187F-4064-B7B0-4E60D3583703}" dt="2026-10-05T16:18:05.769" v="1584" actId="47"/>
        <pc:sldMkLst>
          <pc:docMk/>
          <pc:sldMk cId="3686713744" sldId="289"/>
        </pc:sldMkLst>
      </pc:sldChg>
      <pc:sldChg chg="modSp add del mod ord">
        <pc:chgData name="Jhony Gomez" userId="5f1ac8455e56f045" providerId="LiveId" clId="{E84C667A-187F-4064-B7B0-4E60D3583703}" dt="2026-10-05T16:18:06.531" v="1585" actId="47"/>
        <pc:sldMkLst>
          <pc:docMk/>
          <pc:sldMk cId="1958732879" sldId="290"/>
        </pc:sldMkLst>
      </pc:sldChg>
      <pc:sldChg chg="addSp delSp modSp add del mod ord">
        <pc:chgData name="Jhony Gomez" userId="5f1ac8455e56f045" providerId="LiveId" clId="{E84C667A-187F-4064-B7B0-4E60D3583703}" dt="2026-10-05T16:18:07.526" v="1586" actId="47"/>
        <pc:sldMkLst>
          <pc:docMk/>
          <pc:sldMk cId="284864816" sldId="291"/>
        </pc:sldMkLst>
      </pc:sldChg>
      <pc:sldChg chg="modSp add del mod">
        <pc:chgData name="Jhony Gomez" userId="5f1ac8455e56f045" providerId="LiveId" clId="{E84C667A-187F-4064-B7B0-4E60D3583703}" dt="2026-10-05T16:18:03.612" v="1583" actId="47"/>
        <pc:sldMkLst>
          <pc:docMk/>
          <pc:sldMk cId="3379629805" sldId="292"/>
        </pc:sldMkLst>
      </pc:sldChg>
      <pc:sldChg chg="modSp add del mod">
        <pc:chgData name="Jhony Gomez" userId="5f1ac8455e56f045" providerId="LiveId" clId="{E84C667A-187F-4064-B7B0-4E60D3583703}" dt="2026-10-05T16:18:02.319" v="1582" actId="47"/>
        <pc:sldMkLst>
          <pc:docMk/>
          <pc:sldMk cId="1293155558" sldId="293"/>
        </pc:sldMkLst>
      </pc:sldChg>
      <pc:sldChg chg="modSp add del mod">
        <pc:chgData name="Jhony Gomez" userId="5f1ac8455e56f045" providerId="LiveId" clId="{E84C667A-187F-4064-B7B0-4E60D3583703}" dt="2026-10-05T16:18:01.216" v="1581" actId="47"/>
        <pc:sldMkLst>
          <pc:docMk/>
          <pc:sldMk cId="3231461754" sldId="294"/>
        </pc:sldMkLst>
      </pc:sldChg>
      <pc:sldChg chg="modSp add del mod">
        <pc:chgData name="Jhony Gomez" userId="5f1ac8455e56f045" providerId="LiveId" clId="{E84C667A-187F-4064-B7B0-4E60D3583703}" dt="2026-10-05T16:17:59.154" v="1580" actId="47"/>
        <pc:sldMkLst>
          <pc:docMk/>
          <pc:sldMk cId="3762118437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C0DB86-E376-4BA4-B787-6F9518AC92BB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20ECA-66FD-43F2-8D99-A8A4B5AAAA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2905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20ECA-66FD-43F2-8D99-A8A4B5AAAAEC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0309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121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436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1465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33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441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350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7801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0149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50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17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0881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451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5467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865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2200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0674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613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09930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  <p:sldLayoutId id="2147484027" r:id="rId13"/>
    <p:sldLayoutId id="2147484028" r:id="rId14"/>
    <p:sldLayoutId id="2147484029" r:id="rId15"/>
    <p:sldLayoutId id="2147484030" r:id="rId16"/>
    <p:sldLayoutId id="21474840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AF0D08-5F75-4A88-A052-E8DE763EC799}"/>
              </a:ext>
            </a:extLst>
          </p:cNvPr>
          <p:cNvSpPr txBox="1"/>
          <p:nvPr/>
        </p:nvSpPr>
        <p:spPr>
          <a:xfrm>
            <a:off x="3209654" y="886632"/>
            <a:ext cx="7015905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TECNOLÓGICO NACIONAL DE MÉXICO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INSTITUTO TECNOLÓGICO DE FRONTERA COMALAPA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Alumno: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Jhony Benjamín Gómez Zacarías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Docente: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Francisco Javier Mingo Velázquez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Materia: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Simulación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Carrera: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Ingeniería en sistemas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Semestre: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05	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Numero de control: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241260006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Fecha: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kern="0" dirty="0"/>
              <a:t>a</a:t>
            </a:r>
            <a:r>
              <a:rPr kumimoji="0" lang="es-MX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gosto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2026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19C598F4-BA14-4C21-8CA1-1A2D25F8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14" y="0"/>
            <a:ext cx="1768475" cy="8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E2F390-DF95-402B-9B98-4F5C4DFB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8"/>
          <a:stretch>
            <a:fillRect/>
          </a:stretch>
        </p:blipFill>
        <p:spPr bwMode="auto">
          <a:xfrm>
            <a:off x="5731770" y="40601"/>
            <a:ext cx="1971675" cy="7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DBB73E5F-CC35-47FE-AA83-6271900B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926" y="-66061"/>
            <a:ext cx="1422400" cy="8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A57B25-B6D9-4502-A294-BC3B99EB4BA6}"/>
              </a:ext>
            </a:extLst>
          </p:cNvPr>
          <p:cNvPicPr/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0" y="204787"/>
            <a:ext cx="292417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013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17401-7AAA-4B09-B70B-7A3CA6DC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568" y="471646"/>
            <a:ext cx="3954203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111A6-BE16-3200-7ADB-593AC0C08FEF}"/>
              </a:ext>
            </a:extLst>
          </p:cNvPr>
          <p:cNvSpPr txBox="1"/>
          <p:nvPr/>
        </p:nvSpPr>
        <p:spPr>
          <a:xfrm>
            <a:off x="1768206" y="1746488"/>
            <a:ext cx="8655587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Banco de ejercicios se trabaja con tres lenguajes de programación (Java, Python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para abordar la simulación de eventos aleatorios y el análisis estadístico de datos. El objetivo de este proyecto es implementar entornos interactivos que permitan simular los lanzamientos de dados y monedas, evaluando la imparcialidad de los resultados mediante la prueba de bondad de ajuste Chi-cuadrada</a:t>
            </a:r>
          </a:p>
        </p:txBody>
      </p:sp>
    </p:spTree>
    <p:extLst>
      <p:ext uri="{BB962C8B-B14F-4D97-AF65-F5344CB8AC3E}">
        <p14:creationId xmlns:p14="http://schemas.microsoft.com/office/powerpoint/2010/main" val="379692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8231-C6F8-9273-9DB7-CCD46BD5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4BB9-4BBC-B7BF-F8EE-90DD9F1F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555" y="471646"/>
            <a:ext cx="3836216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700515-AA2F-B20A-8CEF-9CF4495DD6E2}"/>
              </a:ext>
            </a:extLst>
          </p:cNvPr>
          <p:cNvSpPr txBox="1"/>
          <p:nvPr/>
        </p:nvSpPr>
        <p:spPr>
          <a:xfrm>
            <a:off x="1768206" y="1746488"/>
            <a:ext cx="8655587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Este proyecto se justifica por la necesidad de comparar la efectividad y flexibilidad de desarrollo entre distintas herramientas de software, utilizando sus capacidades para construir aplicaciones livianas que faciliten el análisis de hipótesis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38826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EC2E1FE-E24B-400D-B39C-537C2CCED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928" y="1244779"/>
            <a:ext cx="5944347" cy="43684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A9BE94E-1ECD-6941-F298-D411E6B49AD4}"/>
              </a:ext>
            </a:extLst>
          </p:cNvPr>
          <p:cNvSpPr txBox="1"/>
          <p:nvPr/>
        </p:nvSpPr>
        <p:spPr>
          <a:xfrm>
            <a:off x="953729" y="728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1: Java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E08354-920B-2C71-02AC-1FDC24A24F7A}"/>
              </a:ext>
            </a:extLst>
          </p:cNvPr>
          <p:cNvSpPr txBox="1"/>
          <p:nvPr/>
        </p:nvSpPr>
        <p:spPr>
          <a:xfrm>
            <a:off x="6944404" y="1402095"/>
            <a:ext cx="51197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Aquí se creó el código que genera las tiradas del dado usando un número aleatorio entre 1 y 6 para simular cada lanzamiento según la cantidad que ingrese el usuario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83BAED-3241-FEF5-C21C-FB2DF183EBFD}"/>
              </a:ext>
            </a:extLst>
          </p:cNvPr>
          <p:cNvSpPr txBox="1"/>
          <p:nvPr/>
        </p:nvSpPr>
        <p:spPr>
          <a:xfrm>
            <a:off x="7049728" y="3978578"/>
            <a:ext cx="5174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guardan los resultados de cada cara en un arreglo para contar cuántas veces salió cada número y se evalúa qué tan alejados están de la frecuencia esperada</a:t>
            </a:r>
          </a:p>
        </p:txBody>
      </p:sp>
    </p:spTree>
    <p:extLst>
      <p:ext uri="{BB962C8B-B14F-4D97-AF65-F5344CB8AC3E}">
        <p14:creationId xmlns:p14="http://schemas.microsoft.com/office/powerpoint/2010/main" val="253770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2B7A-F3EF-CF15-AE55-747EB4FE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312A8EC-6B68-C81A-1037-3809581BA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3" y="222860"/>
            <a:ext cx="7940728" cy="483911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17DF74D-AF74-FC03-EA7B-ED107B908A1B}"/>
              </a:ext>
            </a:extLst>
          </p:cNvPr>
          <p:cNvSpPr txBox="1"/>
          <p:nvPr/>
        </p:nvSpPr>
        <p:spPr>
          <a:xfrm>
            <a:off x="8158907" y="1572764"/>
            <a:ext cx="36201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Aquí se ve la interfaz donde se colocan los valores, permitiendo al usuario escribir libremente la cantidad de lanzamientos que desea probar en el cuadro de texto.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5C39377-68EC-68F1-12B7-31393DD4B0D0}"/>
              </a:ext>
            </a:extLst>
          </p:cNvPr>
          <p:cNvSpPr txBox="1"/>
          <p:nvPr/>
        </p:nvSpPr>
        <p:spPr>
          <a:xfrm>
            <a:off x="7934632" y="3807908"/>
            <a:ext cx="42573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Al presionar el botón de ejecución, se muestra en el cuadro de texto el resumen completo con las tiradas, la frecuencia esperada y la conclusión de la prueba.</a:t>
            </a:r>
          </a:p>
        </p:txBody>
      </p:sp>
    </p:spTree>
    <p:extLst>
      <p:ext uri="{BB962C8B-B14F-4D97-AF65-F5344CB8AC3E}">
        <p14:creationId xmlns:p14="http://schemas.microsoft.com/office/powerpoint/2010/main" val="6769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C626-5205-838E-2A0B-E960B8A3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A5EEBB1-D09B-41D3-5116-97B5E66F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443" y="1353951"/>
            <a:ext cx="6650062" cy="45257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7B2D4CB-D01F-06F9-F206-9A487B9641D5}"/>
              </a:ext>
            </a:extLst>
          </p:cNvPr>
          <p:cNvSpPr txBox="1"/>
          <p:nvPr/>
        </p:nvSpPr>
        <p:spPr>
          <a:xfrm>
            <a:off x="1533832" y="417873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2  Moneda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694AE5-430B-70D2-0D2F-402E253F75EF}"/>
              </a:ext>
            </a:extLst>
          </p:cNvPr>
          <p:cNvSpPr txBox="1"/>
          <p:nvPr/>
        </p:nvSpPr>
        <p:spPr>
          <a:xfrm>
            <a:off x="7227396" y="1878412"/>
            <a:ext cx="46211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Aquí se programó la función que simula las tiradas de la moneda asignando aleatoriamente cada lanzamiento a Águila o Sol.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0B715E-320A-1976-D6C0-D2AC9D3F1CE6}"/>
              </a:ext>
            </a:extLst>
          </p:cNvPr>
          <p:cNvSpPr txBox="1"/>
          <p:nvPr/>
        </p:nvSpPr>
        <p:spPr>
          <a:xfrm>
            <a:off x="7305367" y="3779260"/>
            <a:ext cx="4404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suma el total obtenido de cada lado y se calcula la diferencia respecto a la mitad del total de lanzamientos esperados.</a:t>
            </a:r>
          </a:p>
        </p:txBody>
      </p:sp>
    </p:spTree>
    <p:extLst>
      <p:ext uri="{BB962C8B-B14F-4D97-AF65-F5344CB8AC3E}">
        <p14:creationId xmlns:p14="http://schemas.microsoft.com/office/powerpoint/2010/main" val="420528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0FD2-983B-294F-F824-2FC6F6E8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51B24BDB-B602-0CC6-A691-E9F4AFD4093D}"/>
              </a:ext>
            </a:extLst>
          </p:cNvPr>
          <p:cNvSpPr txBox="1"/>
          <p:nvPr/>
        </p:nvSpPr>
        <p:spPr>
          <a:xfrm>
            <a:off x="7898852" y="2136338"/>
            <a:ext cx="39279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nos permite realizar la simulación ingresando el número de lanzamientos deseados y presionando el botón "Lanzar Moneda".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el panel izquierdo se despliega una consola con el desglose del análisis estadístico, el conteo total para Águila y Sol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A07364-53AC-A005-31A2-2A838FEE4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5550"/>
            <a:ext cx="7698658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7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E849-26E3-6F34-F9F2-02DB9B7E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6136C22-4592-DDDC-BA83-7CA31BB18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46" y="1353951"/>
            <a:ext cx="6511059" cy="50861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E649250-A1FC-C2C8-B62B-0040C1EA2160}"/>
              </a:ext>
            </a:extLst>
          </p:cNvPr>
          <p:cNvSpPr txBox="1"/>
          <p:nvPr/>
        </p:nvSpPr>
        <p:spPr>
          <a:xfrm>
            <a:off x="7443019" y="2136338"/>
            <a:ext cx="45621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programa lo que se hizo es generar un código en Python que nos permita simular el lanzamiento de un dado de 6 caras y comprobar si es uniforme utilizando la prueba de Chi-cuadrada.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clase Dado efectúa los tiros aleatorios, contabiliza las frecuencias observadas y evalúa el estadístico frente a un valor crítico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8A80A1-D72D-C07E-23E3-E58FF0A130B1}"/>
              </a:ext>
            </a:extLst>
          </p:cNvPr>
          <p:cNvSpPr txBox="1"/>
          <p:nvPr/>
        </p:nvSpPr>
        <p:spPr>
          <a:xfrm>
            <a:off x="1533832" y="417873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1 Python</a:t>
            </a:r>
          </a:p>
        </p:txBody>
      </p:sp>
    </p:spTree>
    <p:extLst>
      <p:ext uri="{BB962C8B-B14F-4D97-AF65-F5344CB8AC3E}">
        <p14:creationId xmlns:p14="http://schemas.microsoft.com/office/powerpoint/2010/main" val="326472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9094-BFA6-E37E-03E2-47B141F9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9A0BE0-C67B-170B-F057-3CCACE4D0752}"/>
              </a:ext>
            </a:extLst>
          </p:cNvPr>
          <p:cNvSpPr txBox="1"/>
          <p:nvPr/>
        </p:nvSpPr>
        <p:spPr>
          <a:xfrm>
            <a:off x="8026672" y="721527"/>
            <a:ext cx="39279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nos permite realizar la simulación ingresando el número de lanzamientos deseados y presionando el botón "Ejecutar Prueba".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tarjeta izquierda se despliega el resumen estadístico con la frecuencia esperada, el cálculo de Chi-cuadrada y el dictamen de la prueba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E5824D-0BE9-9A37-BCBE-5841A9A9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4" y="906193"/>
            <a:ext cx="7412859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3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8BC3-F773-284D-4B1C-5D58E3C8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604EA8C-016F-3C16-F8AC-46271423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305" y="1353951"/>
            <a:ext cx="6152141" cy="50861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903B5DA-33C8-CEFA-2DA4-0C8BE03C52D0}"/>
              </a:ext>
            </a:extLst>
          </p:cNvPr>
          <p:cNvSpPr txBox="1"/>
          <p:nvPr/>
        </p:nvSpPr>
        <p:spPr>
          <a:xfrm>
            <a:off x="7443019" y="2136338"/>
            <a:ext cx="45621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programa lo que se hizo es generar un script en R empleando la librería nativa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tcltk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nos permite simular el lanzamiento de dados y monedas con una interfaz visual sin depender de paquetes externos. Las funciones principales toman la cantidad de lanzamientos ingresada por el usuario en el campo de texto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0A8820-7C60-C81F-BF4A-26569E906BBE}"/>
              </a:ext>
            </a:extLst>
          </p:cNvPr>
          <p:cNvSpPr txBox="1"/>
          <p:nvPr/>
        </p:nvSpPr>
        <p:spPr>
          <a:xfrm>
            <a:off x="1533832" y="417873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en </a:t>
            </a:r>
            <a:r>
              <a:rPr lang="es-MX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622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0B95-2E54-A9D3-8A1A-2B7F2D56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1E4B44B-2006-F0F8-D700-7CD33A2DA7D0}"/>
              </a:ext>
            </a:extLst>
          </p:cNvPr>
          <p:cNvSpPr txBox="1"/>
          <p:nvPr/>
        </p:nvSpPr>
        <p:spPr>
          <a:xfrm>
            <a:off x="8026672" y="721527"/>
            <a:ext cx="3927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despliega un panel flotante de control tipo tarjeta donde el usuario puede ingresar libremente el número de lanzamientos a evaluar y presionar el botón "Ejecutar Prueba".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A9CDC4-03D2-36A0-FAD6-6CAC5B596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4" y="906193"/>
            <a:ext cx="5553273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77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06DD-4A16-4656-8106-12D0CEEC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3382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A5E05-1FDE-B322-0863-21055419B1EE}"/>
              </a:ext>
            </a:extLst>
          </p:cNvPr>
          <p:cNvSpPr txBox="1"/>
          <p:nvPr/>
        </p:nvSpPr>
        <p:spPr>
          <a:xfrm>
            <a:off x="1768206" y="1746488"/>
            <a:ext cx="865558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terminar estos ejercicios aprendí la importancia de la prueba de bondad de ajuste Chi-cuadrada para validar que los generadores de números aleatorios en un sistema realmente sigan una distribución uniforme. Comprobé de forma práctica que a medida que se aumenta el número de lanzamientos, los resultados observados se acercan a la frecuencia esperada</a:t>
            </a:r>
          </a:p>
        </p:txBody>
      </p:sp>
    </p:spTree>
    <p:extLst>
      <p:ext uri="{BB962C8B-B14F-4D97-AF65-F5344CB8AC3E}">
        <p14:creationId xmlns:p14="http://schemas.microsoft.com/office/powerpoint/2010/main" val="312372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D7A9-AC65-E2E9-8338-904D7DDD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3BDA8-CF76-F24C-561C-C5756079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574" y="226143"/>
            <a:ext cx="6823711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de información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5E2AD0-D9A4-31C8-2E91-C6B686D4C347}"/>
              </a:ext>
            </a:extLst>
          </p:cNvPr>
          <p:cNvSpPr txBox="1"/>
          <p:nvPr/>
        </p:nvSpPr>
        <p:spPr>
          <a:xfrm>
            <a:off x="1768203" y="2049460"/>
            <a:ext cx="8655587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Las actividades se realizaron con base a lo aprendido en clase del profesor Francisco Mingo</a:t>
            </a:r>
          </a:p>
        </p:txBody>
      </p:sp>
    </p:spTree>
    <p:extLst>
      <p:ext uri="{BB962C8B-B14F-4D97-AF65-F5344CB8AC3E}">
        <p14:creationId xmlns:p14="http://schemas.microsoft.com/office/powerpoint/2010/main" val="6846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B58-CE6A-0D56-D0E4-5F0E074A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583AF-666F-C1A4-0F93-1E06E78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4906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Link de Git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hub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763A91-1FE9-9F17-8A1C-313036490912}"/>
              </a:ext>
            </a:extLst>
          </p:cNvPr>
          <p:cNvSpPr txBox="1"/>
          <p:nvPr/>
        </p:nvSpPr>
        <p:spPr>
          <a:xfrm>
            <a:off x="1694090" y="1782910"/>
            <a:ext cx="7956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https://github.com/jhonyzars-hash/SM-TEMA--2.git</a:t>
            </a:r>
          </a:p>
        </p:txBody>
      </p:sp>
    </p:spTree>
    <p:extLst>
      <p:ext uri="{BB962C8B-B14F-4D97-AF65-F5344CB8AC3E}">
        <p14:creationId xmlns:p14="http://schemas.microsoft.com/office/powerpoint/2010/main" val="1997614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2141</TotalTime>
  <Words>659</Words>
  <Application>Microsoft Office PowerPoint</Application>
  <PresentationFormat>Panorámica</PresentationFormat>
  <Paragraphs>45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Ion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Fuentes de información </vt:lpstr>
      <vt:lpstr>Link de Git hub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Brayan</dc:creator>
  <cp:lastModifiedBy>Jhony Gomez</cp:lastModifiedBy>
  <cp:revision>12</cp:revision>
  <dcterms:created xsi:type="dcterms:W3CDTF">2026-06-13T06:22:31Z</dcterms:created>
  <dcterms:modified xsi:type="dcterms:W3CDTF">2026-10-05T17:57:18Z</dcterms:modified>
</cp:coreProperties>
</file>